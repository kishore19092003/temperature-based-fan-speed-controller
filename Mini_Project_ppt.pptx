
<file path=[Content_Types].xml><?xml version="1.0" encoding="utf-8"?>
<Types xmlns="http://schemas.openxmlformats.org/package/2006/content-types">
  <Default Extension="jpeg" ContentType="image/jpeg"/>
  <Default Extension="jpg" ContentType="image/jpeg"/>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3648" r:id="rId1"/>
  </p:sldMasterIdLst>
  <p:sldIdLst>
    <p:sldId id="264" r:id="rId2"/>
    <p:sldId id="272" r:id="rId3"/>
    <p:sldId id="265" r:id="rId4"/>
    <p:sldId id="259" r:id="rId5"/>
    <p:sldId id="257" r:id="rId6"/>
    <p:sldId id="258" r:id="rId7"/>
    <p:sldId id="273" r:id="rId8"/>
    <p:sldId id="276" r:id="rId9"/>
    <p:sldId id="277" r:id="rId10"/>
    <p:sldId id="280" r:id="rId11"/>
    <p:sldId id="281" r:id="rId12"/>
    <p:sldId id="279" r:id="rId13"/>
    <p:sldId id="266" r:id="rId14"/>
    <p:sldId id="267" r:id="rId15"/>
    <p:sldId id="283" r:id="rId16"/>
    <p:sldId id="275" r:id="rId17"/>
    <p:sldId id="282" r:id="rId18"/>
    <p:sldId id="270" r:id="rId19"/>
    <p:sldId id="274" r:id="rId20"/>
  </p:sldIdLst>
  <p:sldSz cx="12192000" cy="6858000"/>
  <p:notesSz cx="6858000" cy="9144000"/>
  <p:defaultTex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extLst>
    <p:ext uri="{E76CE94A-603C-4142-B9EB-6D1370010A27}">
      <p14:discardImageEditData xmlns:p14="http://schemas.microsoft.com/office/powerpoint/2010/main" val="0"/>
    </p:ext>
    <p:ext uri="{D31A062A-798A-4329-ABDD-BBA856620510}">
      <p14:defaultImageDpi xmlns:p14="http://schemas.microsoft.com/office/powerpoint/2010/main" val="32767"/>
    </p:ext>
    <p:ext uri="{FD5EFAAD-0ECE-453E-9831-46B23BE46B34}">
      <p15:chartTrackingRefBased xmlns:p15="http://schemas.microsoft.com/office/powerpoint/2012/main" val="1"/>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20428" autoAdjust="0"/>
    <p:restoredTop sz="94660"/>
  </p:normalViewPr>
  <p:slideViewPr>
    <p:cSldViewPr snapToGrid="0">
      <p:cViewPr varScale="1">
        <p:scale>
          <a:sx n="78" d="100"/>
          <a:sy n="78" d="100"/>
        </p:scale>
        <p:origin x="629" y="62"/>
      </p:cViewPr>
      <p:guideLst/>
    </p:cSldViewPr>
  </p:slideViewPr>
  <p:notesTextViewPr>
    <p:cViewPr>
      <p:scale>
        <a:sx n="1" d="1"/>
        <a:sy n="1" d="1"/>
      </p:scale>
      <p:origin x="0" y="0"/>
    </p:cViewPr>
  </p:notesTextViewPr>
  <p:gridSpacing cx="72008" cy="72008"/>
</p:viewPr>
</file>

<file path=ppt/_rels/presentation.xml.rels><?xml version="1.0" encoding="UTF-8" standalone="yes"?>
<Relationships xmlns="http://schemas.openxmlformats.org/package/2006/relationships"><Relationship Id="rId8" Type="http://schemas.openxmlformats.org/officeDocument/2006/relationships/slide" Target="slides/slide7.xml"/><Relationship Id="rId13" Type="http://schemas.openxmlformats.org/officeDocument/2006/relationships/slide" Target="slides/slide12.xml"/><Relationship Id="rId18" Type="http://schemas.openxmlformats.org/officeDocument/2006/relationships/slide" Target="slides/slide17.xml"/><Relationship Id="rId3" Type="http://schemas.openxmlformats.org/officeDocument/2006/relationships/slide" Target="slides/slide2.xml"/><Relationship Id="rId21" Type="http://schemas.openxmlformats.org/officeDocument/2006/relationships/presProps" Target="presProps.xml"/><Relationship Id="rId7" Type="http://schemas.openxmlformats.org/officeDocument/2006/relationships/slide" Target="slides/slide6.xml"/><Relationship Id="rId12" Type="http://schemas.openxmlformats.org/officeDocument/2006/relationships/slide" Target="slides/slide11.xml"/><Relationship Id="rId17" Type="http://schemas.openxmlformats.org/officeDocument/2006/relationships/slide" Target="slides/slide16.xml"/><Relationship Id="rId2" Type="http://schemas.openxmlformats.org/officeDocument/2006/relationships/slide" Target="slides/slide1.xml"/><Relationship Id="rId16" Type="http://schemas.openxmlformats.org/officeDocument/2006/relationships/slide" Target="slides/slide15.xml"/><Relationship Id="rId20" Type="http://schemas.openxmlformats.org/officeDocument/2006/relationships/slide" Target="slides/slide19.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24" Type="http://schemas.openxmlformats.org/officeDocument/2006/relationships/tableStyles" Target="tableStyles.xml"/><Relationship Id="rId5" Type="http://schemas.openxmlformats.org/officeDocument/2006/relationships/slide" Target="slides/slide4.xml"/><Relationship Id="rId15" Type="http://schemas.openxmlformats.org/officeDocument/2006/relationships/slide" Target="slides/slide14.xml"/><Relationship Id="rId23" Type="http://schemas.openxmlformats.org/officeDocument/2006/relationships/theme" Target="theme/theme1.xml"/><Relationship Id="rId10" Type="http://schemas.openxmlformats.org/officeDocument/2006/relationships/slide" Target="slides/slide9.xml"/><Relationship Id="rId19" Type="http://schemas.openxmlformats.org/officeDocument/2006/relationships/slide" Target="slides/slide18.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 Id="rId22" Type="http://schemas.openxmlformats.org/officeDocument/2006/relationships/viewProps" Target="viewProps.xml"/></Relationship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1E19ACEA-AE60-1FD4-8B3A-50AD9E22EC32}"/>
              </a:ext>
            </a:extLst>
          </p:cNvPr>
          <p:cNvSpPr>
            <a:spLocks noGrp="1"/>
          </p:cNvSpPr>
          <p:nvPr>
            <p:ph type="ctrTitle"/>
          </p:nvPr>
        </p:nvSpPr>
        <p:spPr>
          <a:xfrm>
            <a:off x="1524000" y="1122363"/>
            <a:ext cx="9144000" cy="2387600"/>
          </a:xfrm>
        </p:spPr>
        <p:txBody>
          <a:bodyPr anchor="b"/>
          <a:lstStyle>
            <a:lvl1pPr algn="ctr">
              <a:defRPr sz="6000"/>
            </a:lvl1pPr>
          </a:lstStyle>
          <a:p>
            <a:r>
              <a:rPr lang="en-US"/>
              <a:t>Click to edit Master title style</a:t>
            </a:r>
            <a:endParaRPr lang="en-IN"/>
          </a:p>
        </p:txBody>
      </p:sp>
      <p:sp>
        <p:nvSpPr>
          <p:cNvPr id="3" name="Subtitle 2">
            <a:extLst>
              <a:ext uri="{FF2B5EF4-FFF2-40B4-BE49-F238E27FC236}">
                <a16:creationId xmlns:a16="http://schemas.microsoft.com/office/drawing/2014/main" id="{25DA74E4-788C-35BA-7678-D6892FB42351}"/>
              </a:ext>
            </a:extLst>
          </p:cNvPr>
          <p:cNvSpPr>
            <a:spLocks noGrp="1"/>
          </p:cNvSpPr>
          <p:nvPr>
            <p:ph type="subTitle" idx="1"/>
          </p:nvPr>
        </p:nvSpPr>
        <p:spPr>
          <a:xfrm>
            <a:off x="1524000" y="3602038"/>
            <a:ext cx="9144000" cy="1655762"/>
          </a:xfrm>
        </p:spPr>
        <p:txBody>
          <a:bodyPr/>
          <a:lstStyle>
            <a:lvl1pPr marL="0" indent="0" algn="ctr">
              <a:buNone/>
              <a:defRPr sz="2400"/>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en-US"/>
              <a:t>Click to edit Master subtitle style</a:t>
            </a:r>
            <a:endParaRPr lang="en-IN"/>
          </a:p>
        </p:txBody>
      </p:sp>
      <p:sp>
        <p:nvSpPr>
          <p:cNvPr id="4" name="Date Placeholder 3">
            <a:extLst>
              <a:ext uri="{FF2B5EF4-FFF2-40B4-BE49-F238E27FC236}">
                <a16:creationId xmlns:a16="http://schemas.microsoft.com/office/drawing/2014/main" id="{4DBDDB1E-63C0-97C7-742A-FC864340A348}"/>
              </a:ext>
            </a:extLst>
          </p:cNvPr>
          <p:cNvSpPr>
            <a:spLocks noGrp="1"/>
          </p:cNvSpPr>
          <p:nvPr>
            <p:ph type="dt" sz="half" idx="10"/>
          </p:nvPr>
        </p:nvSpPr>
        <p:spPr/>
        <p:txBody>
          <a:bodyPr/>
          <a:lstStyle/>
          <a:p>
            <a:fld id="{63C93D10-E9E1-4C11-9718-C8C380F98925}" type="datetimeFigureOut">
              <a:rPr lang="en-IN" smtClean="0"/>
              <a:t>01-08-2024</a:t>
            </a:fld>
            <a:endParaRPr lang="en-IN"/>
          </a:p>
        </p:txBody>
      </p:sp>
      <p:sp>
        <p:nvSpPr>
          <p:cNvPr id="5" name="Footer Placeholder 4">
            <a:extLst>
              <a:ext uri="{FF2B5EF4-FFF2-40B4-BE49-F238E27FC236}">
                <a16:creationId xmlns:a16="http://schemas.microsoft.com/office/drawing/2014/main" id="{1A31E50F-E8C2-F8F9-BCF6-42AA5B47213D}"/>
              </a:ext>
            </a:extLst>
          </p:cNvPr>
          <p:cNvSpPr>
            <a:spLocks noGrp="1"/>
          </p:cNvSpPr>
          <p:nvPr>
            <p:ph type="ftr" sz="quarter" idx="11"/>
          </p:nvPr>
        </p:nvSpPr>
        <p:spPr/>
        <p:txBody>
          <a:bodyPr/>
          <a:lstStyle/>
          <a:p>
            <a:endParaRPr lang="en-IN"/>
          </a:p>
        </p:txBody>
      </p:sp>
      <p:sp>
        <p:nvSpPr>
          <p:cNvPr id="6" name="Slide Number Placeholder 5">
            <a:extLst>
              <a:ext uri="{FF2B5EF4-FFF2-40B4-BE49-F238E27FC236}">
                <a16:creationId xmlns:a16="http://schemas.microsoft.com/office/drawing/2014/main" id="{F02A8A7B-2A1D-DD28-FEBA-BB2F5B44E881}"/>
              </a:ext>
            </a:extLst>
          </p:cNvPr>
          <p:cNvSpPr>
            <a:spLocks noGrp="1"/>
          </p:cNvSpPr>
          <p:nvPr>
            <p:ph type="sldNum" sz="quarter" idx="12"/>
          </p:nvPr>
        </p:nvSpPr>
        <p:spPr/>
        <p:txBody>
          <a:bodyPr/>
          <a:lstStyle/>
          <a:p>
            <a:fld id="{30F2489E-0AEE-4160-94CD-2C7093206FD2}" type="slidenum">
              <a:rPr lang="en-IN" smtClean="0"/>
              <a:t>‹#›</a:t>
            </a:fld>
            <a:endParaRPr lang="en-IN"/>
          </a:p>
        </p:txBody>
      </p:sp>
    </p:spTree>
    <p:extLst>
      <p:ext uri="{BB962C8B-B14F-4D97-AF65-F5344CB8AC3E}">
        <p14:creationId xmlns:p14="http://schemas.microsoft.com/office/powerpoint/2010/main" val="3635874143"/>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EAFAE0C2-168C-9ED5-2C34-1FFCC41B882D}"/>
              </a:ext>
            </a:extLst>
          </p:cNvPr>
          <p:cNvSpPr>
            <a:spLocks noGrp="1"/>
          </p:cNvSpPr>
          <p:nvPr>
            <p:ph type="title"/>
          </p:nvPr>
        </p:nvSpPr>
        <p:spPr/>
        <p:txBody>
          <a:bodyPr/>
          <a:lstStyle/>
          <a:p>
            <a:r>
              <a:rPr lang="en-US"/>
              <a:t>Click to edit Master title style</a:t>
            </a:r>
            <a:endParaRPr lang="en-IN"/>
          </a:p>
        </p:txBody>
      </p:sp>
      <p:sp>
        <p:nvSpPr>
          <p:cNvPr id="3" name="Content Placeholder 2">
            <a:extLst>
              <a:ext uri="{FF2B5EF4-FFF2-40B4-BE49-F238E27FC236}">
                <a16:creationId xmlns:a16="http://schemas.microsoft.com/office/drawing/2014/main" id="{990A934C-1628-85D0-FB22-B62CF9214529}"/>
              </a:ext>
            </a:extLst>
          </p:cNvPr>
          <p:cNvSpPr>
            <a:spLocks noGrp="1"/>
          </p:cNvSpPr>
          <p:nvPr>
            <p:ph idx="1"/>
          </p:nvPr>
        </p:nvSpPr>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4" name="Date Placeholder 3">
            <a:extLst>
              <a:ext uri="{FF2B5EF4-FFF2-40B4-BE49-F238E27FC236}">
                <a16:creationId xmlns:a16="http://schemas.microsoft.com/office/drawing/2014/main" id="{23791FC9-75ED-E167-C539-F2ADA6FE3493}"/>
              </a:ext>
            </a:extLst>
          </p:cNvPr>
          <p:cNvSpPr>
            <a:spLocks noGrp="1"/>
          </p:cNvSpPr>
          <p:nvPr>
            <p:ph type="dt" sz="half" idx="10"/>
          </p:nvPr>
        </p:nvSpPr>
        <p:spPr/>
        <p:txBody>
          <a:bodyPr/>
          <a:lstStyle/>
          <a:p>
            <a:fld id="{63C93D10-E9E1-4C11-9718-C8C380F98925}" type="datetimeFigureOut">
              <a:rPr lang="en-IN" smtClean="0"/>
              <a:t>01-08-2024</a:t>
            </a:fld>
            <a:endParaRPr lang="en-IN"/>
          </a:p>
        </p:txBody>
      </p:sp>
      <p:sp>
        <p:nvSpPr>
          <p:cNvPr id="5" name="Footer Placeholder 4">
            <a:extLst>
              <a:ext uri="{FF2B5EF4-FFF2-40B4-BE49-F238E27FC236}">
                <a16:creationId xmlns:a16="http://schemas.microsoft.com/office/drawing/2014/main" id="{788DFC90-A9A7-CCF3-07AD-605460693AD4}"/>
              </a:ext>
            </a:extLst>
          </p:cNvPr>
          <p:cNvSpPr>
            <a:spLocks noGrp="1"/>
          </p:cNvSpPr>
          <p:nvPr>
            <p:ph type="ftr" sz="quarter" idx="11"/>
          </p:nvPr>
        </p:nvSpPr>
        <p:spPr/>
        <p:txBody>
          <a:bodyPr/>
          <a:lstStyle/>
          <a:p>
            <a:endParaRPr lang="en-IN"/>
          </a:p>
        </p:txBody>
      </p:sp>
      <p:sp>
        <p:nvSpPr>
          <p:cNvPr id="6" name="Slide Number Placeholder 5">
            <a:extLst>
              <a:ext uri="{FF2B5EF4-FFF2-40B4-BE49-F238E27FC236}">
                <a16:creationId xmlns:a16="http://schemas.microsoft.com/office/drawing/2014/main" id="{B3539C56-D0EF-F31F-9D0F-2F238589F4FA}"/>
              </a:ext>
            </a:extLst>
          </p:cNvPr>
          <p:cNvSpPr>
            <a:spLocks noGrp="1"/>
          </p:cNvSpPr>
          <p:nvPr>
            <p:ph type="sldNum" sz="quarter" idx="12"/>
          </p:nvPr>
        </p:nvSpPr>
        <p:spPr/>
        <p:txBody>
          <a:bodyPr/>
          <a:lstStyle/>
          <a:p>
            <a:fld id="{30F2489E-0AEE-4160-94CD-2C7093206FD2}" type="slidenum">
              <a:rPr lang="en-IN" smtClean="0"/>
              <a:t>‹#›</a:t>
            </a:fld>
            <a:endParaRPr lang="en-IN"/>
          </a:p>
        </p:txBody>
      </p:sp>
    </p:spTree>
    <p:extLst>
      <p:ext uri="{BB962C8B-B14F-4D97-AF65-F5344CB8AC3E}">
        <p14:creationId xmlns:p14="http://schemas.microsoft.com/office/powerpoint/2010/main" val="564744511"/>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773972D2-E586-5420-169E-2D1242D3EC3C}"/>
              </a:ext>
            </a:extLst>
          </p:cNvPr>
          <p:cNvSpPr>
            <a:spLocks noGrp="1"/>
          </p:cNvSpPr>
          <p:nvPr>
            <p:ph type="title"/>
          </p:nvPr>
        </p:nvSpPr>
        <p:spPr>
          <a:xfrm>
            <a:off x="831850" y="1709738"/>
            <a:ext cx="10515600" cy="2852737"/>
          </a:xfrm>
        </p:spPr>
        <p:txBody>
          <a:bodyPr anchor="b"/>
          <a:lstStyle>
            <a:lvl1pPr>
              <a:defRPr sz="6000"/>
            </a:lvl1pPr>
          </a:lstStyle>
          <a:p>
            <a:r>
              <a:rPr lang="en-US"/>
              <a:t>Click to edit Master title style</a:t>
            </a:r>
            <a:endParaRPr lang="en-IN"/>
          </a:p>
        </p:txBody>
      </p:sp>
      <p:sp>
        <p:nvSpPr>
          <p:cNvPr id="3" name="Text Placeholder 2">
            <a:extLst>
              <a:ext uri="{FF2B5EF4-FFF2-40B4-BE49-F238E27FC236}">
                <a16:creationId xmlns:a16="http://schemas.microsoft.com/office/drawing/2014/main" id="{C438F558-399B-5CF7-CE64-043A8E4F2103}"/>
              </a:ext>
            </a:extLst>
          </p:cNvPr>
          <p:cNvSpPr>
            <a:spLocks noGrp="1"/>
          </p:cNvSpPr>
          <p:nvPr>
            <p:ph type="body" idx="1"/>
          </p:nvPr>
        </p:nvSpPr>
        <p:spPr>
          <a:xfrm>
            <a:off x="831850" y="4589463"/>
            <a:ext cx="10515600" cy="1500187"/>
          </a:xfrm>
        </p:spPr>
        <p:txBody>
          <a:bodyPr/>
          <a:lstStyle>
            <a:lvl1pPr marL="0" indent="0">
              <a:buNone/>
              <a:defRPr sz="2400">
                <a:solidFill>
                  <a:schemeClr val="tx1">
                    <a:tint val="75000"/>
                  </a:schemeClr>
                </a:solidFill>
              </a:defRPr>
            </a:lvl1pPr>
            <a:lvl2pPr marL="457200" indent="0">
              <a:buNone/>
              <a:defRPr sz="2000">
                <a:solidFill>
                  <a:schemeClr val="tx1">
                    <a:tint val="75000"/>
                  </a:schemeClr>
                </a:solidFill>
              </a:defRPr>
            </a:lvl2pPr>
            <a:lvl3pPr marL="914400" indent="0">
              <a:buNone/>
              <a:defRPr sz="1800">
                <a:solidFill>
                  <a:schemeClr val="tx1">
                    <a:tint val="75000"/>
                  </a:schemeClr>
                </a:solidFill>
              </a:defRPr>
            </a:lvl3pPr>
            <a:lvl4pPr marL="1371600" indent="0">
              <a:buNone/>
              <a:defRPr sz="1600">
                <a:solidFill>
                  <a:schemeClr val="tx1">
                    <a:tint val="75000"/>
                  </a:schemeClr>
                </a:solidFill>
              </a:defRPr>
            </a:lvl4pPr>
            <a:lvl5pPr marL="1828800" indent="0">
              <a:buNone/>
              <a:defRPr sz="1600">
                <a:solidFill>
                  <a:schemeClr val="tx1">
                    <a:tint val="75000"/>
                  </a:schemeClr>
                </a:solidFill>
              </a:defRPr>
            </a:lvl5pPr>
            <a:lvl6pPr marL="2286000" indent="0">
              <a:buNone/>
              <a:defRPr sz="1600">
                <a:solidFill>
                  <a:schemeClr val="tx1">
                    <a:tint val="75000"/>
                  </a:schemeClr>
                </a:solidFill>
              </a:defRPr>
            </a:lvl6pPr>
            <a:lvl7pPr marL="2743200" indent="0">
              <a:buNone/>
              <a:defRPr sz="1600">
                <a:solidFill>
                  <a:schemeClr val="tx1">
                    <a:tint val="75000"/>
                  </a:schemeClr>
                </a:solidFill>
              </a:defRPr>
            </a:lvl7pPr>
            <a:lvl8pPr marL="3200400" indent="0">
              <a:buNone/>
              <a:defRPr sz="1600">
                <a:solidFill>
                  <a:schemeClr val="tx1">
                    <a:tint val="75000"/>
                  </a:schemeClr>
                </a:solidFill>
              </a:defRPr>
            </a:lvl8pPr>
            <a:lvl9pPr marL="3657600" indent="0">
              <a:buNone/>
              <a:defRPr sz="1600">
                <a:solidFill>
                  <a:schemeClr val="tx1">
                    <a:tint val="75000"/>
                  </a:schemeClr>
                </a:solidFill>
              </a:defRPr>
            </a:lvl9pPr>
          </a:lstStyle>
          <a:p>
            <a:pPr lvl="0"/>
            <a:r>
              <a:rPr lang="en-US"/>
              <a:t>Click to edit Master text styles</a:t>
            </a:r>
          </a:p>
        </p:txBody>
      </p:sp>
      <p:sp>
        <p:nvSpPr>
          <p:cNvPr id="4" name="Date Placeholder 3">
            <a:extLst>
              <a:ext uri="{FF2B5EF4-FFF2-40B4-BE49-F238E27FC236}">
                <a16:creationId xmlns:a16="http://schemas.microsoft.com/office/drawing/2014/main" id="{2A4BAA89-EEC9-A239-08E5-DF7EB3CEC213}"/>
              </a:ext>
            </a:extLst>
          </p:cNvPr>
          <p:cNvSpPr>
            <a:spLocks noGrp="1"/>
          </p:cNvSpPr>
          <p:nvPr>
            <p:ph type="dt" sz="half" idx="10"/>
          </p:nvPr>
        </p:nvSpPr>
        <p:spPr/>
        <p:txBody>
          <a:bodyPr/>
          <a:lstStyle/>
          <a:p>
            <a:fld id="{63C93D10-E9E1-4C11-9718-C8C380F98925}" type="datetimeFigureOut">
              <a:rPr lang="en-IN" smtClean="0"/>
              <a:t>01-08-2024</a:t>
            </a:fld>
            <a:endParaRPr lang="en-IN"/>
          </a:p>
        </p:txBody>
      </p:sp>
      <p:sp>
        <p:nvSpPr>
          <p:cNvPr id="5" name="Footer Placeholder 4">
            <a:extLst>
              <a:ext uri="{FF2B5EF4-FFF2-40B4-BE49-F238E27FC236}">
                <a16:creationId xmlns:a16="http://schemas.microsoft.com/office/drawing/2014/main" id="{93EE49B4-67B5-6B0B-FC62-E1433C6D180B}"/>
              </a:ext>
            </a:extLst>
          </p:cNvPr>
          <p:cNvSpPr>
            <a:spLocks noGrp="1"/>
          </p:cNvSpPr>
          <p:nvPr>
            <p:ph type="ftr" sz="quarter" idx="11"/>
          </p:nvPr>
        </p:nvSpPr>
        <p:spPr/>
        <p:txBody>
          <a:bodyPr/>
          <a:lstStyle/>
          <a:p>
            <a:endParaRPr lang="en-IN"/>
          </a:p>
        </p:txBody>
      </p:sp>
      <p:sp>
        <p:nvSpPr>
          <p:cNvPr id="6" name="Slide Number Placeholder 5">
            <a:extLst>
              <a:ext uri="{FF2B5EF4-FFF2-40B4-BE49-F238E27FC236}">
                <a16:creationId xmlns:a16="http://schemas.microsoft.com/office/drawing/2014/main" id="{36A7719E-0D84-E818-887A-D556523F1032}"/>
              </a:ext>
            </a:extLst>
          </p:cNvPr>
          <p:cNvSpPr>
            <a:spLocks noGrp="1"/>
          </p:cNvSpPr>
          <p:nvPr>
            <p:ph type="sldNum" sz="quarter" idx="12"/>
          </p:nvPr>
        </p:nvSpPr>
        <p:spPr/>
        <p:txBody>
          <a:bodyPr/>
          <a:lstStyle/>
          <a:p>
            <a:fld id="{30F2489E-0AEE-4160-94CD-2C7093206FD2}" type="slidenum">
              <a:rPr lang="en-IN" smtClean="0"/>
              <a:t>‹#›</a:t>
            </a:fld>
            <a:endParaRPr lang="en-IN"/>
          </a:p>
        </p:txBody>
      </p:sp>
    </p:spTree>
    <p:extLst>
      <p:ext uri="{BB962C8B-B14F-4D97-AF65-F5344CB8AC3E}">
        <p14:creationId xmlns:p14="http://schemas.microsoft.com/office/powerpoint/2010/main" val="3581317063"/>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6D3031D3-EC0C-2165-35A9-F0985E828B02}"/>
              </a:ext>
            </a:extLst>
          </p:cNvPr>
          <p:cNvSpPr>
            <a:spLocks noGrp="1"/>
          </p:cNvSpPr>
          <p:nvPr>
            <p:ph type="title"/>
          </p:nvPr>
        </p:nvSpPr>
        <p:spPr/>
        <p:txBody>
          <a:bodyPr/>
          <a:lstStyle/>
          <a:p>
            <a:r>
              <a:rPr lang="en-US"/>
              <a:t>Click to edit Master title style</a:t>
            </a:r>
            <a:endParaRPr lang="en-IN"/>
          </a:p>
        </p:txBody>
      </p:sp>
      <p:sp>
        <p:nvSpPr>
          <p:cNvPr id="3" name="Content Placeholder 2">
            <a:extLst>
              <a:ext uri="{FF2B5EF4-FFF2-40B4-BE49-F238E27FC236}">
                <a16:creationId xmlns:a16="http://schemas.microsoft.com/office/drawing/2014/main" id="{BF214849-0538-CC20-4160-40618DCED48D}"/>
              </a:ext>
            </a:extLst>
          </p:cNvPr>
          <p:cNvSpPr>
            <a:spLocks noGrp="1"/>
          </p:cNvSpPr>
          <p:nvPr>
            <p:ph sz="half" idx="1"/>
          </p:nvPr>
        </p:nvSpPr>
        <p:spPr>
          <a:xfrm>
            <a:off x="838200" y="1825625"/>
            <a:ext cx="5181600" cy="435133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4" name="Content Placeholder 3">
            <a:extLst>
              <a:ext uri="{FF2B5EF4-FFF2-40B4-BE49-F238E27FC236}">
                <a16:creationId xmlns:a16="http://schemas.microsoft.com/office/drawing/2014/main" id="{BEEF11A3-BB1C-F5E4-6CFC-952E01D2253F}"/>
              </a:ext>
            </a:extLst>
          </p:cNvPr>
          <p:cNvSpPr>
            <a:spLocks noGrp="1"/>
          </p:cNvSpPr>
          <p:nvPr>
            <p:ph sz="half" idx="2"/>
          </p:nvPr>
        </p:nvSpPr>
        <p:spPr>
          <a:xfrm>
            <a:off x="6172200" y="1825625"/>
            <a:ext cx="5181600" cy="435133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5" name="Date Placeholder 4">
            <a:extLst>
              <a:ext uri="{FF2B5EF4-FFF2-40B4-BE49-F238E27FC236}">
                <a16:creationId xmlns:a16="http://schemas.microsoft.com/office/drawing/2014/main" id="{DB96D07F-2388-D6C4-39BC-ADC875806E35}"/>
              </a:ext>
            </a:extLst>
          </p:cNvPr>
          <p:cNvSpPr>
            <a:spLocks noGrp="1"/>
          </p:cNvSpPr>
          <p:nvPr>
            <p:ph type="dt" sz="half" idx="10"/>
          </p:nvPr>
        </p:nvSpPr>
        <p:spPr/>
        <p:txBody>
          <a:bodyPr/>
          <a:lstStyle/>
          <a:p>
            <a:fld id="{63C93D10-E9E1-4C11-9718-C8C380F98925}" type="datetimeFigureOut">
              <a:rPr lang="en-IN" smtClean="0"/>
              <a:t>01-08-2024</a:t>
            </a:fld>
            <a:endParaRPr lang="en-IN"/>
          </a:p>
        </p:txBody>
      </p:sp>
      <p:sp>
        <p:nvSpPr>
          <p:cNvPr id="6" name="Footer Placeholder 5">
            <a:extLst>
              <a:ext uri="{FF2B5EF4-FFF2-40B4-BE49-F238E27FC236}">
                <a16:creationId xmlns:a16="http://schemas.microsoft.com/office/drawing/2014/main" id="{40B131D2-C1D6-F0C9-688B-86B13B8E02C4}"/>
              </a:ext>
            </a:extLst>
          </p:cNvPr>
          <p:cNvSpPr>
            <a:spLocks noGrp="1"/>
          </p:cNvSpPr>
          <p:nvPr>
            <p:ph type="ftr" sz="quarter" idx="11"/>
          </p:nvPr>
        </p:nvSpPr>
        <p:spPr/>
        <p:txBody>
          <a:bodyPr/>
          <a:lstStyle/>
          <a:p>
            <a:endParaRPr lang="en-IN"/>
          </a:p>
        </p:txBody>
      </p:sp>
      <p:sp>
        <p:nvSpPr>
          <p:cNvPr id="7" name="Slide Number Placeholder 6">
            <a:extLst>
              <a:ext uri="{FF2B5EF4-FFF2-40B4-BE49-F238E27FC236}">
                <a16:creationId xmlns:a16="http://schemas.microsoft.com/office/drawing/2014/main" id="{198F6DF2-304A-88FC-6C09-42DE671B38ED}"/>
              </a:ext>
            </a:extLst>
          </p:cNvPr>
          <p:cNvSpPr>
            <a:spLocks noGrp="1"/>
          </p:cNvSpPr>
          <p:nvPr>
            <p:ph type="sldNum" sz="quarter" idx="12"/>
          </p:nvPr>
        </p:nvSpPr>
        <p:spPr/>
        <p:txBody>
          <a:bodyPr/>
          <a:lstStyle/>
          <a:p>
            <a:fld id="{30F2489E-0AEE-4160-94CD-2C7093206FD2}" type="slidenum">
              <a:rPr lang="en-IN" smtClean="0"/>
              <a:t>‹#›</a:t>
            </a:fld>
            <a:endParaRPr lang="en-IN"/>
          </a:p>
        </p:txBody>
      </p:sp>
    </p:spTree>
    <p:extLst>
      <p:ext uri="{BB962C8B-B14F-4D97-AF65-F5344CB8AC3E}">
        <p14:creationId xmlns:p14="http://schemas.microsoft.com/office/powerpoint/2010/main" val="826229310"/>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FA49D05F-1890-5BCB-62E3-415A8C84849F}"/>
              </a:ext>
            </a:extLst>
          </p:cNvPr>
          <p:cNvSpPr>
            <a:spLocks noGrp="1"/>
          </p:cNvSpPr>
          <p:nvPr>
            <p:ph type="title"/>
          </p:nvPr>
        </p:nvSpPr>
        <p:spPr>
          <a:xfrm>
            <a:off x="839788" y="365125"/>
            <a:ext cx="10515600" cy="1325563"/>
          </a:xfrm>
        </p:spPr>
        <p:txBody>
          <a:bodyPr/>
          <a:lstStyle/>
          <a:p>
            <a:r>
              <a:rPr lang="en-US"/>
              <a:t>Click to edit Master title style</a:t>
            </a:r>
            <a:endParaRPr lang="en-IN"/>
          </a:p>
        </p:txBody>
      </p:sp>
      <p:sp>
        <p:nvSpPr>
          <p:cNvPr id="3" name="Text Placeholder 2">
            <a:extLst>
              <a:ext uri="{FF2B5EF4-FFF2-40B4-BE49-F238E27FC236}">
                <a16:creationId xmlns:a16="http://schemas.microsoft.com/office/drawing/2014/main" id="{0996CA8C-74EA-7E61-0526-6617004F10BA}"/>
              </a:ext>
            </a:extLst>
          </p:cNvPr>
          <p:cNvSpPr>
            <a:spLocks noGrp="1"/>
          </p:cNvSpPr>
          <p:nvPr>
            <p:ph type="body" idx="1"/>
          </p:nvPr>
        </p:nvSpPr>
        <p:spPr>
          <a:xfrm>
            <a:off x="839788" y="1681163"/>
            <a:ext cx="5157787"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4" name="Content Placeholder 3">
            <a:extLst>
              <a:ext uri="{FF2B5EF4-FFF2-40B4-BE49-F238E27FC236}">
                <a16:creationId xmlns:a16="http://schemas.microsoft.com/office/drawing/2014/main" id="{79E9EE13-F978-2025-9275-7052FF6B9FBB}"/>
              </a:ext>
            </a:extLst>
          </p:cNvPr>
          <p:cNvSpPr>
            <a:spLocks noGrp="1"/>
          </p:cNvSpPr>
          <p:nvPr>
            <p:ph sz="half" idx="2"/>
          </p:nvPr>
        </p:nvSpPr>
        <p:spPr>
          <a:xfrm>
            <a:off x="839788" y="2505075"/>
            <a:ext cx="5157787" cy="368458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5" name="Text Placeholder 4">
            <a:extLst>
              <a:ext uri="{FF2B5EF4-FFF2-40B4-BE49-F238E27FC236}">
                <a16:creationId xmlns:a16="http://schemas.microsoft.com/office/drawing/2014/main" id="{4796057B-E02B-36FA-B04B-C58FF082F276}"/>
              </a:ext>
            </a:extLst>
          </p:cNvPr>
          <p:cNvSpPr>
            <a:spLocks noGrp="1"/>
          </p:cNvSpPr>
          <p:nvPr>
            <p:ph type="body" sz="quarter" idx="3"/>
          </p:nvPr>
        </p:nvSpPr>
        <p:spPr>
          <a:xfrm>
            <a:off x="6172200" y="1681163"/>
            <a:ext cx="5183188"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6" name="Content Placeholder 5">
            <a:extLst>
              <a:ext uri="{FF2B5EF4-FFF2-40B4-BE49-F238E27FC236}">
                <a16:creationId xmlns:a16="http://schemas.microsoft.com/office/drawing/2014/main" id="{E4904CB8-7812-2F11-D7BA-69D6CAC6EC55}"/>
              </a:ext>
            </a:extLst>
          </p:cNvPr>
          <p:cNvSpPr>
            <a:spLocks noGrp="1"/>
          </p:cNvSpPr>
          <p:nvPr>
            <p:ph sz="quarter" idx="4"/>
          </p:nvPr>
        </p:nvSpPr>
        <p:spPr>
          <a:xfrm>
            <a:off x="6172200" y="2505075"/>
            <a:ext cx="5183188" cy="368458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7" name="Date Placeholder 6">
            <a:extLst>
              <a:ext uri="{FF2B5EF4-FFF2-40B4-BE49-F238E27FC236}">
                <a16:creationId xmlns:a16="http://schemas.microsoft.com/office/drawing/2014/main" id="{A24FE270-C4D6-F263-86B5-6CCDB5B7B045}"/>
              </a:ext>
            </a:extLst>
          </p:cNvPr>
          <p:cNvSpPr>
            <a:spLocks noGrp="1"/>
          </p:cNvSpPr>
          <p:nvPr>
            <p:ph type="dt" sz="half" idx="10"/>
          </p:nvPr>
        </p:nvSpPr>
        <p:spPr/>
        <p:txBody>
          <a:bodyPr/>
          <a:lstStyle/>
          <a:p>
            <a:fld id="{63C93D10-E9E1-4C11-9718-C8C380F98925}" type="datetimeFigureOut">
              <a:rPr lang="en-IN" smtClean="0"/>
              <a:t>01-08-2024</a:t>
            </a:fld>
            <a:endParaRPr lang="en-IN"/>
          </a:p>
        </p:txBody>
      </p:sp>
      <p:sp>
        <p:nvSpPr>
          <p:cNvPr id="8" name="Footer Placeholder 7">
            <a:extLst>
              <a:ext uri="{FF2B5EF4-FFF2-40B4-BE49-F238E27FC236}">
                <a16:creationId xmlns:a16="http://schemas.microsoft.com/office/drawing/2014/main" id="{DA3479D1-9FD3-95CA-94CA-B97A5CDAFE1A}"/>
              </a:ext>
            </a:extLst>
          </p:cNvPr>
          <p:cNvSpPr>
            <a:spLocks noGrp="1"/>
          </p:cNvSpPr>
          <p:nvPr>
            <p:ph type="ftr" sz="quarter" idx="11"/>
          </p:nvPr>
        </p:nvSpPr>
        <p:spPr/>
        <p:txBody>
          <a:bodyPr/>
          <a:lstStyle/>
          <a:p>
            <a:endParaRPr lang="en-IN"/>
          </a:p>
        </p:txBody>
      </p:sp>
      <p:sp>
        <p:nvSpPr>
          <p:cNvPr id="9" name="Slide Number Placeholder 8">
            <a:extLst>
              <a:ext uri="{FF2B5EF4-FFF2-40B4-BE49-F238E27FC236}">
                <a16:creationId xmlns:a16="http://schemas.microsoft.com/office/drawing/2014/main" id="{0C67DF96-27B3-5F56-677B-E7E6B79CE268}"/>
              </a:ext>
            </a:extLst>
          </p:cNvPr>
          <p:cNvSpPr>
            <a:spLocks noGrp="1"/>
          </p:cNvSpPr>
          <p:nvPr>
            <p:ph type="sldNum" sz="quarter" idx="12"/>
          </p:nvPr>
        </p:nvSpPr>
        <p:spPr/>
        <p:txBody>
          <a:bodyPr/>
          <a:lstStyle/>
          <a:p>
            <a:fld id="{30F2489E-0AEE-4160-94CD-2C7093206FD2}" type="slidenum">
              <a:rPr lang="en-IN" smtClean="0"/>
              <a:t>‹#›</a:t>
            </a:fld>
            <a:endParaRPr lang="en-IN"/>
          </a:p>
        </p:txBody>
      </p:sp>
    </p:spTree>
    <p:extLst>
      <p:ext uri="{BB962C8B-B14F-4D97-AF65-F5344CB8AC3E}">
        <p14:creationId xmlns:p14="http://schemas.microsoft.com/office/powerpoint/2010/main" val="3335440338"/>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4B8B43B9-5552-810A-9A5A-525A050C06EB}"/>
              </a:ext>
            </a:extLst>
          </p:cNvPr>
          <p:cNvSpPr>
            <a:spLocks noGrp="1"/>
          </p:cNvSpPr>
          <p:nvPr>
            <p:ph type="title"/>
          </p:nvPr>
        </p:nvSpPr>
        <p:spPr/>
        <p:txBody>
          <a:bodyPr/>
          <a:lstStyle/>
          <a:p>
            <a:r>
              <a:rPr lang="en-US"/>
              <a:t>Click to edit Master title style</a:t>
            </a:r>
            <a:endParaRPr lang="en-IN"/>
          </a:p>
        </p:txBody>
      </p:sp>
      <p:sp>
        <p:nvSpPr>
          <p:cNvPr id="3" name="Date Placeholder 2">
            <a:extLst>
              <a:ext uri="{FF2B5EF4-FFF2-40B4-BE49-F238E27FC236}">
                <a16:creationId xmlns:a16="http://schemas.microsoft.com/office/drawing/2014/main" id="{19A0BAD0-0B92-1851-F238-D494BF18D019}"/>
              </a:ext>
            </a:extLst>
          </p:cNvPr>
          <p:cNvSpPr>
            <a:spLocks noGrp="1"/>
          </p:cNvSpPr>
          <p:nvPr>
            <p:ph type="dt" sz="half" idx="10"/>
          </p:nvPr>
        </p:nvSpPr>
        <p:spPr/>
        <p:txBody>
          <a:bodyPr/>
          <a:lstStyle/>
          <a:p>
            <a:fld id="{63C93D10-E9E1-4C11-9718-C8C380F98925}" type="datetimeFigureOut">
              <a:rPr lang="en-IN" smtClean="0"/>
              <a:t>01-08-2024</a:t>
            </a:fld>
            <a:endParaRPr lang="en-IN"/>
          </a:p>
        </p:txBody>
      </p:sp>
      <p:sp>
        <p:nvSpPr>
          <p:cNvPr id="4" name="Footer Placeholder 3">
            <a:extLst>
              <a:ext uri="{FF2B5EF4-FFF2-40B4-BE49-F238E27FC236}">
                <a16:creationId xmlns:a16="http://schemas.microsoft.com/office/drawing/2014/main" id="{09B94992-614D-283B-98D0-FF6CE6ADAB50}"/>
              </a:ext>
            </a:extLst>
          </p:cNvPr>
          <p:cNvSpPr>
            <a:spLocks noGrp="1"/>
          </p:cNvSpPr>
          <p:nvPr>
            <p:ph type="ftr" sz="quarter" idx="11"/>
          </p:nvPr>
        </p:nvSpPr>
        <p:spPr/>
        <p:txBody>
          <a:bodyPr/>
          <a:lstStyle/>
          <a:p>
            <a:endParaRPr lang="en-IN"/>
          </a:p>
        </p:txBody>
      </p:sp>
      <p:sp>
        <p:nvSpPr>
          <p:cNvPr id="5" name="Slide Number Placeholder 4">
            <a:extLst>
              <a:ext uri="{FF2B5EF4-FFF2-40B4-BE49-F238E27FC236}">
                <a16:creationId xmlns:a16="http://schemas.microsoft.com/office/drawing/2014/main" id="{B0FC5A59-EB4D-352D-7866-4B44F7C3ECF8}"/>
              </a:ext>
            </a:extLst>
          </p:cNvPr>
          <p:cNvSpPr>
            <a:spLocks noGrp="1"/>
          </p:cNvSpPr>
          <p:nvPr>
            <p:ph type="sldNum" sz="quarter" idx="12"/>
          </p:nvPr>
        </p:nvSpPr>
        <p:spPr/>
        <p:txBody>
          <a:bodyPr/>
          <a:lstStyle/>
          <a:p>
            <a:fld id="{30F2489E-0AEE-4160-94CD-2C7093206FD2}" type="slidenum">
              <a:rPr lang="en-IN" smtClean="0"/>
              <a:t>‹#›</a:t>
            </a:fld>
            <a:endParaRPr lang="en-IN"/>
          </a:p>
        </p:txBody>
      </p:sp>
    </p:spTree>
    <p:extLst>
      <p:ext uri="{BB962C8B-B14F-4D97-AF65-F5344CB8AC3E}">
        <p14:creationId xmlns:p14="http://schemas.microsoft.com/office/powerpoint/2010/main" val="146291806"/>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a:extLst>
              <a:ext uri="{FF2B5EF4-FFF2-40B4-BE49-F238E27FC236}">
                <a16:creationId xmlns:a16="http://schemas.microsoft.com/office/drawing/2014/main" id="{AC732843-C319-F45B-BDDF-CC35995D4638}"/>
              </a:ext>
            </a:extLst>
          </p:cNvPr>
          <p:cNvSpPr>
            <a:spLocks noGrp="1"/>
          </p:cNvSpPr>
          <p:nvPr>
            <p:ph type="dt" sz="half" idx="10"/>
          </p:nvPr>
        </p:nvSpPr>
        <p:spPr/>
        <p:txBody>
          <a:bodyPr/>
          <a:lstStyle/>
          <a:p>
            <a:fld id="{63C93D10-E9E1-4C11-9718-C8C380F98925}" type="datetimeFigureOut">
              <a:rPr lang="en-IN" smtClean="0"/>
              <a:t>01-08-2024</a:t>
            </a:fld>
            <a:endParaRPr lang="en-IN"/>
          </a:p>
        </p:txBody>
      </p:sp>
      <p:sp>
        <p:nvSpPr>
          <p:cNvPr id="3" name="Footer Placeholder 2">
            <a:extLst>
              <a:ext uri="{FF2B5EF4-FFF2-40B4-BE49-F238E27FC236}">
                <a16:creationId xmlns:a16="http://schemas.microsoft.com/office/drawing/2014/main" id="{CA191574-7694-1B6C-16A6-CE7F7F267A36}"/>
              </a:ext>
            </a:extLst>
          </p:cNvPr>
          <p:cNvSpPr>
            <a:spLocks noGrp="1"/>
          </p:cNvSpPr>
          <p:nvPr>
            <p:ph type="ftr" sz="quarter" idx="11"/>
          </p:nvPr>
        </p:nvSpPr>
        <p:spPr/>
        <p:txBody>
          <a:bodyPr/>
          <a:lstStyle/>
          <a:p>
            <a:endParaRPr lang="en-IN"/>
          </a:p>
        </p:txBody>
      </p:sp>
      <p:sp>
        <p:nvSpPr>
          <p:cNvPr id="4" name="Slide Number Placeholder 3">
            <a:extLst>
              <a:ext uri="{FF2B5EF4-FFF2-40B4-BE49-F238E27FC236}">
                <a16:creationId xmlns:a16="http://schemas.microsoft.com/office/drawing/2014/main" id="{0E533964-1C4A-A8E9-3BEB-7D439D3B09CA}"/>
              </a:ext>
            </a:extLst>
          </p:cNvPr>
          <p:cNvSpPr>
            <a:spLocks noGrp="1"/>
          </p:cNvSpPr>
          <p:nvPr>
            <p:ph type="sldNum" sz="quarter" idx="12"/>
          </p:nvPr>
        </p:nvSpPr>
        <p:spPr/>
        <p:txBody>
          <a:bodyPr/>
          <a:lstStyle/>
          <a:p>
            <a:fld id="{30F2489E-0AEE-4160-94CD-2C7093206FD2}" type="slidenum">
              <a:rPr lang="en-IN" smtClean="0"/>
              <a:t>‹#›</a:t>
            </a:fld>
            <a:endParaRPr lang="en-IN"/>
          </a:p>
        </p:txBody>
      </p:sp>
    </p:spTree>
    <p:extLst>
      <p:ext uri="{BB962C8B-B14F-4D97-AF65-F5344CB8AC3E}">
        <p14:creationId xmlns:p14="http://schemas.microsoft.com/office/powerpoint/2010/main" val="2943251073"/>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93E52B33-FDD2-9A40-B8DA-470C70734C76}"/>
              </a:ext>
            </a:extLst>
          </p:cNvPr>
          <p:cNvSpPr>
            <a:spLocks noGrp="1"/>
          </p:cNvSpPr>
          <p:nvPr>
            <p:ph type="title"/>
          </p:nvPr>
        </p:nvSpPr>
        <p:spPr>
          <a:xfrm>
            <a:off x="839788" y="457200"/>
            <a:ext cx="3932237" cy="1600200"/>
          </a:xfrm>
        </p:spPr>
        <p:txBody>
          <a:bodyPr anchor="b"/>
          <a:lstStyle>
            <a:lvl1pPr>
              <a:defRPr sz="3200"/>
            </a:lvl1pPr>
          </a:lstStyle>
          <a:p>
            <a:r>
              <a:rPr lang="en-US"/>
              <a:t>Click to edit Master title style</a:t>
            </a:r>
            <a:endParaRPr lang="en-IN"/>
          </a:p>
        </p:txBody>
      </p:sp>
      <p:sp>
        <p:nvSpPr>
          <p:cNvPr id="3" name="Content Placeholder 2">
            <a:extLst>
              <a:ext uri="{FF2B5EF4-FFF2-40B4-BE49-F238E27FC236}">
                <a16:creationId xmlns:a16="http://schemas.microsoft.com/office/drawing/2014/main" id="{69962CB4-4905-F167-C259-86AE1CD89DE4}"/>
              </a:ext>
            </a:extLst>
          </p:cNvPr>
          <p:cNvSpPr>
            <a:spLocks noGrp="1"/>
          </p:cNvSpPr>
          <p:nvPr>
            <p:ph idx="1"/>
          </p:nvPr>
        </p:nvSpPr>
        <p:spPr>
          <a:xfrm>
            <a:off x="5183188" y="987425"/>
            <a:ext cx="6172200" cy="4873625"/>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4" name="Text Placeholder 3">
            <a:extLst>
              <a:ext uri="{FF2B5EF4-FFF2-40B4-BE49-F238E27FC236}">
                <a16:creationId xmlns:a16="http://schemas.microsoft.com/office/drawing/2014/main" id="{C378E58B-A674-8DCC-D661-0F0A074F788F}"/>
              </a:ext>
            </a:extLst>
          </p:cNvPr>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5" name="Date Placeholder 4">
            <a:extLst>
              <a:ext uri="{FF2B5EF4-FFF2-40B4-BE49-F238E27FC236}">
                <a16:creationId xmlns:a16="http://schemas.microsoft.com/office/drawing/2014/main" id="{398B526C-0003-C257-2E5E-5A0BE994FE29}"/>
              </a:ext>
            </a:extLst>
          </p:cNvPr>
          <p:cNvSpPr>
            <a:spLocks noGrp="1"/>
          </p:cNvSpPr>
          <p:nvPr>
            <p:ph type="dt" sz="half" idx="10"/>
          </p:nvPr>
        </p:nvSpPr>
        <p:spPr/>
        <p:txBody>
          <a:bodyPr/>
          <a:lstStyle/>
          <a:p>
            <a:fld id="{63C93D10-E9E1-4C11-9718-C8C380F98925}" type="datetimeFigureOut">
              <a:rPr lang="en-IN" smtClean="0"/>
              <a:t>01-08-2024</a:t>
            </a:fld>
            <a:endParaRPr lang="en-IN"/>
          </a:p>
        </p:txBody>
      </p:sp>
      <p:sp>
        <p:nvSpPr>
          <p:cNvPr id="6" name="Footer Placeholder 5">
            <a:extLst>
              <a:ext uri="{FF2B5EF4-FFF2-40B4-BE49-F238E27FC236}">
                <a16:creationId xmlns:a16="http://schemas.microsoft.com/office/drawing/2014/main" id="{1475DD8E-79C0-1CDC-4FA8-B570108DFEDD}"/>
              </a:ext>
            </a:extLst>
          </p:cNvPr>
          <p:cNvSpPr>
            <a:spLocks noGrp="1"/>
          </p:cNvSpPr>
          <p:nvPr>
            <p:ph type="ftr" sz="quarter" idx="11"/>
          </p:nvPr>
        </p:nvSpPr>
        <p:spPr/>
        <p:txBody>
          <a:bodyPr/>
          <a:lstStyle/>
          <a:p>
            <a:endParaRPr lang="en-IN"/>
          </a:p>
        </p:txBody>
      </p:sp>
      <p:sp>
        <p:nvSpPr>
          <p:cNvPr id="7" name="Slide Number Placeholder 6">
            <a:extLst>
              <a:ext uri="{FF2B5EF4-FFF2-40B4-BE49-F238E27FC236}">
                <a16:creationId xmlns:a16="http://schemas.microsoft.com/office/drawing/2014/main" id="{6FBDC012-2E90-9D55-AE1E-9784610FDE46}"/>
              </a:ext>
            </a:extLst>
          </p:cNvPr>
          <p:cNvSpPr>
            <a:spLocks noGrp="1"/>
          </p:cNvSpPr>
          <p:nvPr>
            <p:ph type="sldNum" sz="quarter" idx="12"/>
          </p:nvPr>
        </p:nvSpPr>
        <p:spPr/>
        <p:txBody>
          <a:bodyPr/>
          <a:lstStyle/>
          <a:p>
            <a:fld id="{30F2489E-0AEE-4160-94CD-2C7093206FD2}" type="slidenum">
              <a:rPr lang="en-IN" smtClean="0"/>
              <a:t>‹#›</a:t>
            </a:fld>
            <a:endParaRPr lang="en-IN"/>
          </a:p>
        </p:txBody>
      </p:sp>
    </p:spTree>
    <p:extLst>
      <p:ext uri="{BB962C8B-B14F-4D97-AF65-F5344CB8AC3E}">
        <p14:creationId xmlns:p14="http://schemas.microsoft.com/office/powerpoint/2010/main" val="4070240804"/>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0239F8F9-D8B4-9622-30E9-CA1118C47F33}"/>
              </a:ext>
            </a:extLst>
          </p:cNvPr>
          <p:cNvSpPr>
            <a:spLocks noGrp="1"/>
          </p:cNvSpPr>
          <p:nvPr>
            <p:ph type="title"/>
          </p:nvPr>
        </p:nvSpPr>
        <p:spPr>
          <a:xfrm>
            <a:off x="839788" y="457200"/>
            <a:ext cx="3932237" cy="1600200"/>
          </a:xfrm>
        </p:spPr>
        <p:txBody>
          <a:bodyPr anchor="b"/>
          <a:lstStyle>
            <a:lvl1pPr>
              <a:defRPr sz="3200"/>
            </a:lvl1pPr>
          </a:lstStyle>
          <a:p>
            <a:r>
              <a:rPr lang="en-US"/>
              <a:t>Click to edit Master title style</a:t>
            </a:r>
            <a:endParaRPr lang="en-IN"/>
          </a:p>
        </p:txBody>
      </p:sp>
      <p:sp>
        <p:nvSpPr>
          <p:cNvPr id="3" name="Picture Placeholder 2">
            <a:extLst>
              <a:ext uri="{FF2B5EF4-FFF2-40B4-BE49-F238E27FC236}">
                <a16:creationId xmlns:a16="http://schemas.microsoft.com/office/drawing/2014/main" id="{F95E2072-A93D-5CA5-534C-C382004969FF}"/>
              </a:ext>
            </a:extLst>
          </p:cNvPr>
          <p:cNvSpPr>
            <a:spLocks noGrp="1"/>
          </p:cNvSpPr>
          <p:nvPr>
            <p:ph type="pic" idx="1"/>
          </p:nvPr>
        </p:nvSpPr>
        <p:spPr>
          <a:xfrm>
            <a:off x="5183188" y="987425"/>
            <a:ext cx="6172200" cy="4873625"/>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IN"/>
          </a:p>
        </p:txBody>
      </p:sp>
      <p:sp>
        <p:nvSpPr>
          <p:cNvPr id="4" name="Text Placeholder 3">
            <a:extLst>
              <a:ext uri="{FF2B5EF4-FFF2-40B4-BE49-F238E27FC236}">
                <a16:creationId xmlns:a16="http://schemas.microsoft.com/office/drawing/2014/main" id="{F23502DA-EFF0-B526-D51B-6E277DDDF74E}"/>
              </a:ext>
            </a:extLst>
          </p:cNvPr>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5" name="Date Placeholder 4">
            <a:extLst>
              <a:ext uri="{FF2B5EF4-FFF2-40B4-BE49-F238E27FC236}">
                <a16:creationId xmlns:a16="http://schemas.microsoft.com/office/drawing/2014/main" id="{91382909-F794-58B5-6E88-C23BA116D305}"/>
              </a:ext>
            </a:extLst>
          </p:cNvPr>
          <p:cNvSpPr>
            <a:spLocks noGrp="1"/>
          </p:cNvSpPr>
          <p:nvPr>
            <p:ph type="dt" sz="half" idx="10"/>
          </p:nvPr>
        </p:nvSpPr>
        <p:spPr/>
        <p:txBody>
          <a:bodyPr/>
          <a:lstStyle/>
          <a:p>
            <a:fld id="{63C93D10-E9E1-4C11-9718-C8C380F98925}" type="datetimeFigureOut">
              <a:rPr lang="en-IN" smtClean="0"/>
              <a:t>01-08-2024</a:t>
            </a:fld>
            <a:endParaRPr lang="en-IN"/>
          </a:p>
        </p:txBody>
      </p:sp>
      <p:sp>
        <p:nvSpPr>
          <p:cNvPr id="6" name="Footer Placeholder 5">
            <a:extLst>
              <a:ext uri="{FF2B5EF4-FFF2-40B4-BE49-F238E27FC236}">
                <a16:creationId xmlns:a16="http://schemas.microsoft.com/office/drawing/2014/main" id="{FF26D76F-D10A-8323-7FA5-8655D79CA5C1}"/>
              </a:ext>
            </a:extLst>
          </p:cNvPr>
          <p:cNvSpPr>
            <a:spLocks noGrp="1"/>
          </p:cNvSpPr>
          <p:nvPr>
            <p:ph type="ftr" sz="quarter" idx="11"/>
          </p:nvPr>
        </p:nvSpPr>
        <p:spPr/>
        <p:txBody>
          <a:bodyPr/>
          <a:lstStyle/>
          <a:p>
            <a:endParaRPr lang="en-IN"/>
          </a:p>
        </p:txBody>
      </p:sp>
      <p:sp>
        <p:nvSpPr>
          <p:cNvPr id="7" name="Slide Number Placeholder 6">
            <a:extLst>
              <a:ext uri="{FF2B5EF4-FFF2-40B4-BE49-F238E27FC236}">
                <a16:creationId xmlns:a16="http://schemas.microsoft.com/office/drawing/2014/main" id="{EDAF7E0F-1961-05F6-0811-38C241447A50}"/>
              </a:ext>
            </a:extLst>
          </p:cNvPr>
          <p:cNvSpPr>
            <a:spLocks noGrp="1"/>
          </p:cNvSpPr>
          <p:nvPr>
            <p:ph type="sldNum" sz="quarter" idx="12"/>
          </p:nvPr>
        </p:nvSpPr>
        <p:spPr/>
        <p:txBody>
          <a:bodyPr/>
          <a:lstStyle/>
          <a:p>
            <a:fld id="{30F2489E-0AEE-4160-94CD-2C7093206FD2}" type="slidenum">
              <a:rPr lang="en-IN" smtClean="0"/>
              <a:t>‹#›</a:t>
            </a:fld>
            <a:endParaRPr lang="en-IN"/>
          </a:p>
        </p:txBody>
      </p:sp>
    </p:spTree>
    <p:extLst>
      <p:ext uri="{BB962C8B-B14F-4D97-AF65-F5344CB8AC3E}">
        <p14:creationId xmlns:p14="http://schemas.microsoft.com/office/powerpoint/2010/main" val="3001047621"/>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9DDEEE08-FF34-C412-2D1E-6F714B78C53A}"/>
              </a:ext>
            </a:extLst>
          </p:cNvPr>
          <p:cNvSpPr>
            <a:spLocks noGrp="1"/>
          </p:cNvSpPr>
          <p:nvPr>
            <p:ph type="title"/>
          </p:nvPr>
        </p:nvSpPr>
        <p:spPr/>
        <p:txBody>
          <a:bodyPr/>
          <a:lstStyle/>
          <a:p>
            <a:r>
              <a:rPr lang="en-US"/>
              <a:t>Click to edit Master title style</a:t>
            </a:r>
            <a:endParaRPr lang="en-IN"/>
          </a:p>
        </p:txBody>
      </p:sp>
      <p:sp>
        <p:nvSpPr>
          <p:cNvPr id="3" name="Vertical Text Placeholder 2">
            <a:extLst>
              <a:ext uri="{FF2B5EF4-FFF2-40B4-BE49-F238E27FC236}">
                <a16:creationId xmlns:a16="http://schemas.microsoft.com/office/drawing/2014/main" id="{53D1797E-E619-BD84-1372-894A0819ED96}"/>
              </a:ext>
            </a:extLst>
          </p:cNvPr>
          <p:cNvSpPr>
            <a:spLocks noGrp="1"/>
          </p:cNvSpPr>
          <p:nvPr>
            <p:ph type="body" orient="vert" idx="1"/>
          </p:nvPr>
        </p:nvSpPr>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4" name="Date Placeholder 3">
            <a:extLst>
              <a:ext uri="{FF2B5EF4-FFF2-40B4-BE49-F238E27FC236}">
                <a16:creationId xmlns:a16="http://schemas.microsoft.com/office/drawing/2014/main" id="{F0B8E188-1C0C-8BB8-E437-EB25C2AE8DA9}"/>
              </a:ext>
            </a:extLst>
          </p:cNvPr>
          <p:cNvSpPr>
            <a:spLocks noGrp="1"/>
          </p:cNvSpPr>
          <p:nvPr>
            <p:ph type="dt" sz="half" idx="10"/>
          </p:nvPr>
        </p:nvSpPr>
        <p:spPr/>
        <p:txBody>
          <a:bodyPr/>
          <a:lstStyle/>
          <a:p>
            <a:fld id="{63C93D10-E9E1-4C11-9718-C8C380F98925}" type="datetimeFigureOut">
              <a:rPr lang="en-IN" smtClean="0"/>
              <a:t>01-08-2024</a:t>
            </a:fld>
            <a:endParaRPr lang="en-IN"/>
          </a:p>
        </p:txBody>
      </p:sp>
      <p:sp>
        <p:nvSpPr>
          <p:cNvPr id="5" name="Footer Placeholder 4">
            <a:extLst>
              <a:ext uri="{FF2B5EF4-FFF2-40B4-BE49-F238E27FC236}">
                <a16:creationId xmlns:a16="http://schemas.microsoft.com/office/drawing/2014/main" id="{824C8276-3615-95F7-0992-C9D50246EF8A}"/>
              </a:ext>
            </a:extLst>
          </p:cNvPr>
          <p:cNvSpPr>
            <a:spLocks noGrp="1"/>
          </p:cNvSpPr>
          <p:nvPr>
            <p:ph type="ftr" sz="quarter" idx="11"/>
          </p:nvPr>
        </p:nvSpPr>
        <p:spPr/>
        <p:txBody>
          <a:bodyPr/>
          <a:lstStyle/>
          <a:p>
            <a:endParaRPr lang="en-IN"/>
          </a:p>
        </p:txBody>
      </p:sp>
      <p:sp>
        <p:nvSpPr>
          <p:cNvPr id="6" name="Slide Number Placeholder 5">
            <a:extLst>
              <a:ext uri="{FF2B5EF4-FFF2-40B4-BE49-F238E27FC236}">
                <a16:creationId xmlns:a16="http://schemas.microsoft.com/office/drawing/2014/main" id="{CB4EC141-A2F9-2BF0-08B3-9ADD0CF01828}"/>
              </a:ext>
            </a:extLst>
          </p:cNvPr>
          <p:cNvSpPr>
            <a:spLocks noGrp="1"/>
          </p:cNvSpPr>
          <p:nvPr>
            <p:ph type="sldNum" sz="quarter" idx="12"/>
          </p:nvPr>
        </p:nvSpPr>
        <p:spPr/>
        <p:txBody>
          <a:bodyPr/>
          <a:lstStyle/>
          <a:p>
            <a:fld id="{30F2489E-0AEE-4160-94CD-2C7093206FD2}" type="slidenum">
              <a:rPr lang="en-IN" smtClean="0"/>
              <a:t>‹#›</a:t>
            </a:fld>
            <a:endParaRPr lang="en-IN"/>
          </a:p>
        </p:txBody>
      </p:sp>
    </p:spTree>
    <p:extLst>
      <p:ext uri="{BB962C8B-B14F-4D97-AF65-F5344CB8AC3E}">
        <p14:creationId xmlns:p14="http://schemas.microsoft.com/office/powerpoint/2010/main" val="2329547311"/>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a:extLst>
              <a:ext uri="{FF2B5EF4-FFF2-40B4-BE49-F238E27FC236}">
                <a16:creationId xmlns:a16="http://schemas.microsoft.com/office/drawing/2014/main" id="{25786964-16A0-220A-9D67-1376C918C99C}"/>
              </a:ext>
            </a:extLst>
          </p:cNvPr>
          <p:cNvSpPr>
            <a:spLocks noGrp="1"/>
          </p:cNvSpPr>
          <p:nvPr>
            <p:ph type="title" orient="vert"/>
          </p:nvPr>
        </p:nvSpPr>
        <p:spPr>
          <a:xfrm>
            <a:off x="8724900" y="365125"/>
            <a:ext cx="2628900" cy="5811838"/>
          </a:xfrm>
        </p:spPr>
        <p:txBody>
          <a:bodyPr vert="eaVert"/>
          <a:lstStyle/>
          <a:p>
            <a:r>
              <a:rPr lang="en-US"/>
              <a:t>Click to edit Master title style</a:t>
            </a:r>
            <a:endParaRPr lang="en-IN"/>
          </a:p>
        </p:txBody>
      </p:sp>
      <p:sp>
        <p:nvSpPr>
          <p:cNvPr id="3" name="Vertical Text Placeholder 2">
            <a:extLst>
              <a:ext uri="{FF2B5EF4-FFF2-40B4-BE49-F238E27FC236}">
                <a16:creationId xmlns:a16="http://schemas.microsoft.com/office/drawing/2014/main" id="{5FCA0FA2-E015-7C42-2054-33E63DC7FE93}"/>
              </a:ext>
            </a:extLst>
          </p:cNvPr>
          <p:cNvSpPr>
            <a:spLocks noGrp="1"/>
          </p:cNvSpPr>
          <p:nvPr>
            <p:ph type="body" orient="vert" idx="1"/>
          </p:nvPr>
        </p:nvSpPr>
        <p:spPr>
          <a:xfrm>
            <a:off x="838200" y="365125"/>
            <a:ext cx="7734300" cy="5811838"/>
          </a:xfrm>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4" name="Date Placeholder 3">
            <a:extLst>
              <a:ext uri="{FF2B5EF4-FFF2-40B4-BE49-F238E27FC236}">
                <a16:creationId xmlns:a16="http://schemas.microsoft.com/office/drawing/2014/main" id="{76BF7372-7D20-2E0A-3EE4-5DEBFF069CC4}"/>
              </a:ext>
            </a:extLst>
          </p:cNvPr>
          <p:cNvSpPr>
            <a:spLocks noGrp="1"/>
          </p:cNvSpPr>
          <p:nvPr>
            <p:ph type="dt" sz="half" idx="10"/>
          </p:nvPr>
        </p:nvSpPr>
        <p:spPr/>
        <p:txBody>
          <a:bodyPr/>
          <a:lstStyle/>
          <a:p>
            <a:fld id="{63C93D10-E9E1-4C11-9718-C8C380F98925}" type="datetimeFigureOut">
              <a:rPr lang="en-IN" smtClean="0"/>
              <a:t>01-08-2024</a:t>
            </a:fld>
            <a:endParaRPr lang="en-IN"/>
          </a:p>
        </p:txBody>
      </p:sp>
      <p:sp>
        <p:nvSpPr>
          <p:cNvPr id="5" name="Footer Placeholder 4">
            <a:extLst>
              <a:ext uri="{FF2B5EF4-FFF2-40B4-BE49-F238E27FC236}">
                <a16:creationId xmlns:a16="http://schemas.microsoft.com/office/drawing/2014/main" id="{A1CBFEFB-F353-04C8-725A-9BD98A5A7C23}"/>
              </a:ext>
            </a:extLst>
          </p:cNvPr>
          <p:cNvSpPr>
            <a:spLocks noGrp="1"/>
          </p:cNvSpPr>
          <p:nvPr>
            <p:ph type="ftr" sz="quarter" idx="11"/>
          </p:nvPr>
        </p:nvSpPr>
        <p:spPr/>
        <p:txBody>
          <a:bodyPr/>
          <a:lstStyle/>
          <a:p>
            <a:endParaRPr lang="en-IN"/>
          </a:p>
        </p:txBody>
      </p:sp>
      <p:sp>
        <p:nvSpPr>
          <p:cNvPr id="6" name="Slide Number Placeholder 5">
            <a:extLst>
              <a:ext uri="{FF2B5EF4-FFF2-40B4-BE49-F238E27FC236}">
                <a16:creationId xmlns:a16="http://schemas.microsoft.com/office/drawing/2014/main" id="{C0CFCADE-7F56-E597-AF49-AF72CC3B1DA1}"/>
              </a:ext>
            </a:extLst>
          </p:cNvPr>
          <p:cNvSpPr>
            <a:spLocks noGrp="1"/>
          </p:cNvSpPr>
          <p:nvPr>
            <p:ph type="sldNum" sz="quarter" idx="12"/>
          </p:nvPr>
        </p:nvSpPr>
        <p:spPr/>
        <p:txBody>
          <a:bodyPr/>
          <a:lstStyle/>
          <a:p>
            <a:fld id="{30F2489E-0AEE-4160-94CD-2C7093206FD2}" type="slidenum">
              <a:rPr lang="en-IN" smtClean="0"/>
              <a:t>‹#›</a:t>
            </a:fld>
            <a:endParaRPr lang="en-IN"/>
          </a:p>
        </p:txBody>
      </p:sp>
    </p:spTree>
    <p:extLst>
      <p:ext uri="{BB962C8B-B14F-4D97-AF65-F5344CB8AC3E}">
        <p14:creationId xmlns:p14="http://schemas.microsoft.com/office/powerpoint/2010/main" val="1133510963"/>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a:extLst>
              <a:ext uri="{FF2B5EF4-FFF2-40B4-BE49-F238E27FC236}">
                <a16:creationId xmlns:a16="http://schemas.microsoft.com/office/drawing/2014/main" id="{0388BC92-998A-6E23-2E61-224DB0FBAC9B}"/>
              </a:ext>
            </a:extLst>
          </p:cNvPr>
          <p:cNvSpPr>
            <a:spLocks noGrp="1"/>
          </p:cNvSpPr>
          <p:nvPr>
            <p:ph type="title"/>
          </p:nvPr>
        </p:nvSpPr>
        <p:spPr>
          <a:xfrm>
            <a:off x="838200" y="365125"/>
            <a:ext cx="10515600" cy="1325563"/>
          </a:xfrm>
          <a:prstGeom prst="rect">
            <a:avLst/>
          </a:prstGeom>
        </p:spPr>
        <p:txBody>
          <a:bodyPr vert="horz" lIns="91440" tIns="45720" rIns="91440" bIns="45720" rtlCol="0" anchor="ctr">
            <a:normAutofit/>
          </a:bodyPr>
          <a:lstStyle/>
          <a:p>
            <a:r>
              <a:rPr lang="en-US"/>
              <a:t>Click to edit Master title style</a:t>
            </a:r>
            <a:endParaRPr lang="en-IN"/>
          </a:p>
        </p:txBody>
      </p:sp>
      <p:sp>
        <p:nvSpPr>
          <p:cNvPr id="3" name="Text Placeholder 2">
            <a:extLst>
              <a:ext uri="{FF2B5EF4-FFF2-40B4-BE49-F238E27FC236}">
                <a16:creationId xmlns:a16="http://schemas.microsoft.com/office/drawing/2014/main" id="{C3D5C05D-4E5B-0D5D-5D2E-C8720A70F2D8}"/>
              </a:ext>
            </a:extLst>
          </p:cNvPr>
          <p:cNvSpPr>
            <a:spLocks noGrp="1"/>
          </p:cNvSpPr>
          <p:nvPr>
            <p:ph type="body" idx="1"/>
          </p:nvPr>
        </p:nvSpPr>
        <p:spPr>
          <a:xfrm>
            <a:off x="838200" y="1825625"/>
            <a:ext cx="10515600" cy="4351338"/>
          </a:xfrm>
          <a:prstGeom prst="rect">
            <a:avLst/>
          </a:prstGeom>
        </p:spPr>
        <p:txBody>
          <a:bodyPr vert="horz" lIns="91440" tIns="45720" rIns="91440" bIns="45720" rtlCol="0">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4" name="Date Placeholder 3">
            <a:extLst>
              <a:ext uri="{FF2B5EF4-FFF2-40B4-BE49-F238E27FC236}">
                <a16:creationId xmlns:a16="http://schemas.microsoft.com/office/drawing/2014/main" id="{706EB3CE-A4E9-6ED3-347D-A51A7F1E2FB7}"/>
              </a:ext>
            </a:extLst>
          </p:cNvPr>
          <p:cNvSpPr>
            <a:spLocks noGrp="1"/>
          </p:cNvSpPr>
          <p:nvPr>
            <p:ph type="dt" sz="half" idx="2"/>
          </p:nvPr>
        </p:nvSpPr>
        <p:spPr>
          <a:xfrm>
            <a:off x="838200" y="6356350"/>
            <a:ext cx="27432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63C93D10-E9E1-4C11-9718-C8C380F98925}" type="datetimeFigureOut">
              <a:rPr lang="en-IN" smtClean="0"/>
              <a:t>01-08-2024</a:t>
            </a:fld>
            <a:endParaRPr lang="en-IN"/>
          </a:p>
        </p:txBody>
      </p:sp>
      <p:sp>
        <p:nvSpPr>
          <p:cNvPr id="5" name="Footer Placeholder 4">
            <a:extLst>
              <a:ext uri="{FF2B5EF4-FFF2-40B4-BE49-F238E27FC236}">
                <a16:creationId xmlns:a16="http://schemas.microsoft.com/office/drawing/2014/main" id="{2BD0D60A-B411-564F-4B14-30B94B867CF1}"/>
              </a:ext>
            </a:extLst>
          </p:cNvPr>
          <p:cNvSpPr>
            <a:spLocks noGrp="1"/>
          </p:cNvSpPr>
          <p:nvPr>
            <p:ph type="ftr" sz="quarter" idx="3"/>
          </p:nvPr>
        </p:nvSpPr>
        <p:spPr>
          <a:xfrm>
            <a:off x="4038600" y="6356350"/>
            <a:ext cx="41148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IN"/>
          </a:p>
        </p:txBody>
      </p:sp>
      <p:sp>
        <p:nvSpPr>
          <p:cNvPr id="6" name="Slide Number Placeholder 5">
            <a:extLst>
              <a:ext uri="{FF2B5EF4-FFF2-40B4-BE49-F238E27FC236}">
                <a16:creationId xmlns:a16="http://schemas.microsoft.com/office/drawing/2014/main" id="{7B761E71-9312-191B-9C7F-32E318F66F98}"/>
              </a:ext>
            </a:extLst>
          </p:cNvPr>
          <p:cNvSpPr>
            <a:spLocks noGrp="1"/>
          </p:cNvSpPr>
          <p:nvPr>
            <p:ph type="sldNum" sz="quarter" idx="4"/>
          </p:nvPr>
        </p:nvSpPr>
        <p:spPr>
          <a:xfrm>
            <a:off x="8610600" y="6356350"/>
            <a:ext cx="27432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30F2489E-0AEE-4160-94CD-2C7093206FD2}" type="slidenum">
              <a:rPr lang="en-IN" smtClean="0"/>
              <a:t>‹#›</a:t>
            </a:fld>
            <a:endParaRPr lang="en-IN"/>
          </a:p>
        </p:txBody>
      </p:sp>
    </p:spTree>
    <p:extLst>
      <p:ext uri="{BB962C8B-B14F-4D97-AF65-F5344CB8AC3E}">
        <p14:creationId xmlns:p14="http://schemas.microsoft.com/office/powerpoint/2010/main" val="1262537214"/>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l" defTabSz="914400" rtl="0" eaLnBrk="1" latinLnBrk="0" hangingPunct="1">
        <a:lnSpc>
          <a:spcPct val="90000"/>
        </a:lnSpc>
        <a:spcBef>
          <a:spcPct val="0"/>
        </a:spcBef>
        <a:buNone/>
        <a:defRPr sz="4400" kern="1200">
          <a:solidFill>
            <a:schemeClr val="tx1"/>
          </a:solidFill>
          <a:latin typeface="+mj-lt"/>
          <a:ea typeface="+mj-ea"/>
          <a:cs typeface="+mj-cs"/>
        </a:defRPr>
      </a:lvl1pPr>
    </p:titleStyle>
    <p:body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3" Type="http://schemas.openxmlformats.org/officeDocument/2006/relationships/image" Target="../media/image2.jpeg"/><Relationship Id="rId2" Type="http://schemas.openxmlformats.org/officeDocument/2006/relationships/image" Target="../media/image1.jpg"/><Relationship Id="rId1" Type="http://schemas.openxmlformats.org/officeDocument/2006/relationships/slideLayout" Target="../slideLayouts/slideLayout2.xml"/><Relationship Id="rId4" Type="http://schemas.openxmlformats.org/officeDocument/2006/relationships/image" Target="../media/image3.png"/></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7.xml.rels><?xml version="1.0" encoding="UTF-8" standalone="yes"?>
<Relationships xmlns="http://schemas.openxmlformats.org/package/2006/relationships"><Relationship Id="rId2" Type="http://schemas.openxmlformats.org/officeDocument/2006/relationships/image" Target="../media/image4.png"/><Relationship Id="rId1" Type="http://schemas.openxmlformats.org/officeDocument/2006/relationships/slideLayout" Target="../slideLayouts/slideLayout4.xml"/></Relationships>
</file>

<file path=ppt/slides/_rels/slide8.xml.rels><?xml version="1.0" encoding="UTF-8" standalone="yes"?>
<Relationships xmlns="http://schemas.openxmlformats.org/package/2006/relationships"><Relationship Id="rId2" Type="http://schemas.openxmlformats.org/officeDocument/2006/relationships/image" Target="../media/image5.jpeg"/><Relationship Id="rId1" Type="http://schemas.openxmlformats.org/officeDocument/2006/relationships/slideLayout" Target="../slideLayouts/slideLayout2.xml"/></Relationships>
</file>

<file path=ppt/slides/_rels/slide9.xml.rels><?xml version="1.0" encoding="UTF-8" standalone="yes"?>
<Relationships xmlns="http://schemas.openxmlformats.org/package/2006/relationships"><Relationship Id="rId3" Type="http://schemas.openxmlformats.org/officeDocument/2006/relationships/image" Target="../media/image7.jpg"/><Relationship Id="rId7" Type="http://schemas.openxmlformats.org/officeDocument/2006/relationships/image" Target="../media/image11.jpg"/><Relationship Id="rId2" Type="http://schemas.openxmlformats.org/officeDocument/2006/relationships/image" Target="../media/image6.jpg"/><Relationship Id="rId1" Type="http://schemas.openxmlformats.org/officeDocument/2006/relationships/slideLayout" Target="../slideLayouts/slideLayout2.xml"/><Relationship Id="rId6" Type="http://schemas.openxmlformats.org/officeDocument/2006/relationships/image" Target="../media/image10.jpg"/><Relationship Id="rId5" Type="http://schemas.openxmlformats.org/officeDocument/2006/relationships/image" Target="../media/image9.jpg"/><Relationship Id="rId4" Type="http://schemas.openxmlformats.org/officeDocument/2006/relationships/image" Target="../media/image8.jpg"/></Relationships>
</file>

<file path=ppt/slides/_rels/slide10.xml.rels><?xml version="1.0" encoding="UTF-8" standalone="yes"?>
<Relationships xmlns="http://schemas.openxmlformats.org/package/2006/relationships"><Relationship Id="rId3" Type="http://schemas.openxmlformats.org/officeDocument/2006/relationships/image" Target="../media/image13.jpg"/><Relationship Id="rId2" Type="http://schemas.openxmlformats.org/officeDocument/2006/relationships/image" Target="../media/image12.jpg"/><Relationship Id="rId1" Type="http://schemas.openxmlformats.org/officeDocument/2006/relationships/slideLayout" Target="../slideLayouts/slideLayout7.xml"/></Relationships>
</file>

<file path=ppt/slides/_rels/slide11.xml.rels><?xml version="1.0" encoding="UTF-8" standalone="yes"?>
<Relationships xmlns="http://schemas.openxmlformats.org/package/2006/relationships"><Relationship Id="rId3" Type="http://schemas.openxmlformats.org/officeDocument/2006/relationships/image" Target="../media/image15.jpg"/><Relationship Id="rId2" Type="http://schemas.openxmlformats.org/officeDocument/2006/relationships/image" Target="../media/image14.jpg"/><Relationship Id="rId1" Type="http://schemas.openxmlformats.org/officeDocument/2006/relationships/slideLayout" Target="../slideLayouts/slideLayout7.xml"/><Relationship Id="rId4" Type="http://schemas.openxmlformats.org/officeDocument/2006/relationships/image" Target="../media/image16.jpg"/></Relationships>
</file>

<file path=ppt/slides/_rels/slide12.xml.rels><?xml version="1.0" encoding="UTF-8" standalone="yes"?>
<Relationships xmlns="http://schemas.openxmlformats.org/package/2006/relationships"><Relationship Id="rId3" Type="http://schemas.openxmlformats.org/officeDocument/2006/relationships/image" Target="../media/image18.png"/><Relationship Id="rId2" Type="http://schemas.openxmlformats.org/officeDocument/2006/relationships/image" Target="../media/image17.jpg"/><Relationship Id="rId1" Type="http://schemas.openxmlformats.org/officeDocument/2006/relationships/slideLayout" Target="../slideLayouts/slideLayout4.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5.xml"/></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8.xml.rels><?xml version="1.0" encoding="UTF-8" standalone="yes"?>
<Relationships xmlns="http://schemas.openxmlformats.org/package/2006/relationships"><Relationship Id="rId3" Type="http://schemas.openxmlformats.org/officeDocument/2006/relationships/hyperlink" Target="https://how2electronics.com/temperature-based-fan-speed-controller-using-arduino/" TargetMode="External"/><Relationship Id="rId2" Type="http://schemas.openxmlformats.org/officeDocument/2006/relationships/hyperlink" Target="https://www.electronicsforu.com/electronics-projects/fan-speed-control-monitoring-arduino" TargetMode="External"/><Relationship Id="rId1" Type="http://schemas.openxmlformats.org/officeDocument/2006/relationships/slideLayout" Target="../slideLayouts/slideLayout2.xml"/><Relationship Id="rId5" Type="http://schemas.openxmlformats.org/officeDocument/2006/relationships/hyperlink" Target="https://www.bing.com/search?q=temperature+based+fan+speed+controlling+and+monitoring+using+arduino+advantages+,applications+and+future+scope&amp;qs=n&amp;form=QBRE&amp;sp=-1&amp;lq=1&amp;pq=temperature+based+fan+speed" TargetMode="External"/><Relationship Id="rId4" Type="http://schemas.openxmlformats.org/officeDocument/2006/relationships/hyperlink" Target="https://robu.in/temperature-controlled-fan-using-arduino-step-by-step-guide-with-code/" TargetMode="External"/></Relationships>
</file>

<file path=ppt/slides/_rels/slide19.xml.rels><?xml version="1.0" encoding="UTF-8" standalone="yes"?>
<Relationships xmlns="http://schemas.openxmlformats.org/package/2006/relationships"><Relationship Id="rId2" Type="http://schemas.openxmlformats.org/officeDocument/2006/relationships/image" Target="../media/image19.jpeg"/><Relationship Id="rId1" Type="http://schemas.openxmlformats.org/officeDocument/2006/relationships/slideLayout" Target="../slideLayouts/slideLayout7.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2" name="Picture 1" descr="Abstract red geometric pattern">
            <a:extLst>
              <a:ext uri="{FF2B5EF4-FFF2-40B4-BE49-F238E27FC236}">
                <a16:creationId xmlns:a16="http://schemas.microsoft.com/office/drawing/2014/main" id="{3502FBE0-3BE4-6B53-7352-5DB5B9023EBF}"/>
              </a:ext>
              <a:ext uri="{C183D7F6-B498-43B3-948B-1728B52AA6E4}">
                <adec:decorative xmlns:adec="http://schemas.microsoft.com/office/drawing/2017/decorative" val="1"/>
              </a:ext>
            </a:extLst>
          </p:cNvPr>
          <p:cNvPicPr>
            <a:picLocks noChangeAspect="1"/>
          </p:cNvPicPr>
          <p:nvPr/>
        </p:nvPicPr>
        <p:blipFill>
          <a:blip r:embed="rId2">
            <a:extLst>
              <a:ext uri="{28A0092B-C50C-407E-A947-70E740481C1C}">
                <a14:useLocalDpi xmlns:a14="http://schemas.microsoft.com/office/drawing/2010/main" val="0"/>
              </a:ext>
            </a:extLst>
          </a:blip>
          <a:srcRect/>
          <a:stretch/>
        </p:blipFill>
        <p:spPr>
          <a:xfrm>
            <a:off x="68826" y="0"/>
            <a:ext cx="12192000" cy="6857990"/>
          </a:xfrm>
          <a:prstGeom prst="rect">
            <a:avLst/>
          </a:prstGeom>
          <a:ln>
            <a:noFill/>
          </a:ln>
          <a:effectLst>
            <a:softEdge rad="112500"/>
          </a:effectLst>
        </p:spPr>
      </p:pic>
      <p:sp>
        <p:nvSpPr>
          <p:cNvPr id="5" name="TextBox 4">
            <a:extLst>
              <a:ext uri="{FF2B5EF4-FFF2-40B4-BE49-F238E27FC236}">
                <a16:creationId xmlns:a16="http://schemas.microsoft.com/office/drawing/2014/main" id="{54E29572-762D-1916-3FB8-12E7D4EDE6C1}"/>
              </a:ext>
            </a:extLst>
          </p:cNvPr>
          <p:cNvSpPr txBox="1"/>
          <p:nvPr/>
        </p:nvSpPr>
        <p:spPr>
          <a:xfrm>
            <a:off x="2835275" y="5324475"/>
            <a:ext cx="6103938" cy="1662112"/>
          </a:xfrm>
          <a:prstGeom prst="rect">
            <a:avLst/>
          </a:prstGeom>
          <a:noFill/>
        </p:spPr>
        <p:txBody>
          <a:bodyPr>
            <a:spAutoFit/>
          </a:bodyPr>
          <a:lstStyle/>
          <a:p>
            <a:pPr algn="ctr" eaLnBrk="1" fontAlgn="auto" hangingPunct="1">
              <a:spcBef>
                <a:spcPts val="0"/>
              </a:spcBef>
              <a:spcAft>
                <a:spcPts val="0"/>
              </a:spcAft>
              <a:defRPr/>
            </a:pPr>
            <a:r>
              <a:rPr lang="en-IN" sz="2000" spc="-1" dirty="0">
                <a:latin typeface="Times New Roman"/>
              </a:rPr>
              <a:t>Guided By</a:t>
            </a:r>
          </a:p>
          <a:p>
            <a:pPr algn="ctr" eaLnBrk="1" fontAlgn="auto" hangingPunct="1">
              <a:spcBef>
                <a:spcPts val="0"/>
              </a:spcBef>
              <a:spcAft>
                <a:spcPts val="0"/>
              </a:spcAft>
              <a:defRPr/>
            </a:pPr>
            <a:r>
              <a:rPr lang="en-IN" sz="2400" b="1" spc="-1" dirty="0">
                <a:latin typeface="Times New Roman"/>
              </a:rPr>
              <a:t>Mrs. AKSHATHA R HEGDE</a:t>
            </a:r>
          </a:p>
          <a:p>
            <a:pPr algn="ctr" eaLnBrk="1" fontAlgn="auto" hangingPunct="1">
              <a:spcBef>
                <a:spcPts val="0"/>
              </a:spcBef>
              <a:spcAft>
                <a:spcPts val="0"/>
              </a:spcAft>
              <a:defRPr/>
            </a:pPr>
            <a:r>
              <a:rPr lang="en-IN" sz="2000" spc="-1" dirty="0">
                <a:latin typeface="Times New Roman"/>
              </a:rPr>
              <a:t>Assistant Professor</a:t>
            </a:r>
          </a:p>
          <a:p>
            <a:pPr algn="ctr" eaLnBrk="1" fontAlgn="auto" hangingPunct="1">
              <a:spcBef>
                <a:spcPts val="0"/>
              </a:spcBef>
              <a:spcAft>
                <a:spcPts val="0"/>
              </a:spcAft>
              <a:defRPr/>
            </a:pPr>
            <a:r>
              <a:rPr lang="en-IN" sz="2000" spc="-1" dirty="0">
                <a:latin typeface="Times New Roman"/>
              </a:rPr>
              <a:t>Dept. of EEE, DBIT</a:t>
            </a:r>
          </a:p>
          <a:p>
            <a:pPr algn="ctr" eaLnBrk="1" fontAlgn="auto" hangingPunct="1">
              <a:spcBef>
                <a:spcPts val="0"/>
              </a:spcBef>
              <a:spcAft>
                <a:spcPts val="0"/>
              </a:spcAft>
              <a:defRPr/>
            </a:pPr>
            <a:endParaRPr lang="en-IN" spc="-1" dirty="0">
              <a:latin typeface="Times New Roman"/>
            </a:endParaRPr>
          </a:p>
        </p:txBody>
      </p:sp>
      <p:sp>
        <p:nvSpPr>
          <p:cNvPr id="9" name="TextBox 8">
            <a:extLst>
              <a:ext uri="{FF2B5EF4-FFF2-40B4-BE49-F238E27FC236}">
                <a16:creationId xmlns:a16="http://schemas.microsoft.com/office/drawing/2014/main" id="{6108BDF7-B1B5-887C-E771-C8770AF99578}"/>
              </a:ext>
            </a:extLst>
          </p:cNvPr>
          <p:cNvSpPr txBox="1"/>
          <p:nvPr/>
        </p:nvSpPr>
        <p:spPr>
          <a:xfrm>
            <a:off x="2189375" y="355720"/>
            <a:ext cx="7772400" cy="1661993"/>
          </a:xfrm>
          <a:prstGeom prst="rect">
            <a:avLst/>
          </a:prstGeom>
          <a:noFill/>
        </p:spPr>
        <p:txBody>
          <a:bodyPr>
            <a:spAutoFit/>
          </a:bodyPr>
          <a:lstStyle/>
          <a:p>
            <a:pPr algn="ctr" eaLnBrk="1" fontAlgn="auto" hangingPunct="1">
              <a:spcBef>
                <a:spcPts val="0"/>
              </a:spcBef>
              <a:spcAft>
                <a:spcPts val="0"/>
              </a:spcAft>
              <a:defRPr/>
            </a:pPr>
            <a:r>
              <a:rPr lang="en-IN" sz="4800" b="1" spc="-1" dirty="0">
                <a:latin typeface="Edwardian Script ITC" panose="030303020407070D0804" pitchFamily="66" charset="0"/>
              </a:rPr>
              <a:t>  </a:t>
            </a:r>
            <a:r>
              <a:rPr lang="en-IN" sz="3600" b="1" spc="-1" dirty="0">
                <a:latin typeface="Stencil" panose="040409050D0802020404" pitchFamily="82" charset="0"/>
                <a:cs typeface="Dubai" panose="020B0503030403030204" pitchFamily="34" charset="-78"/>
              </a:rPr>
              <a:t>Don Bosco Institute  of  Technology</a:t>
            </a:r>
          </a:p>
          <a:p>
            <a:pPr eaLnBrk="1" fontAlgn="auto" hangingPunct="1">
              <a:spcBef>
                <a:spcPts val="0"/>
              </a:spcBef>
              <a:spcAft>
                <a:spcPts val="0"/>
              </a:spcAft>
              <a:defRPr/>
            </a:pPr>
            <a:endParaRPr lang="en-IN" spc="-1" dirty="0">
              <a:latin typeface="Arial"/>
            </a:endParaRPr>
          </a:p>
        </p:txBody>
      </p:sp>
      <p:pic>
        <p:nvPicPr>
          <p:cNvPr id="10" name="Picture 9">
            <a:extLst>
              <a:ext uri="{FF2B5EF4-FFF2-40B4-BE49-F238E27FC236}">
                <a16:creationId xmlns:a16="http://schemas.microsoft.com/office/drawing/2014/main" id="{FEBF2F9F-A9F9-A032-5E62-C7A8BBA573B7}"/>
              </a:ext>
            </a:extLst>
          </p:cNvPr>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1346200" y="406400"/>
            <a:ext cx="965200" cy="100012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pic>
        <p:nvPicPr>
          <p:cNvPr id="11" name="Picture 10" descr="VTU LOGO">
            <a:extLst>
              <a:ext uri="{FF2B5EF4-FFF2-40B4-BE49-F238E27FC236}">
                <a16:creationId xmlns:a16="http://schemas.microsoft.com/office/drawing/2014/main" id="{9A8B4533-E7E6-0758-AF87-F2B0658979CC}"/>
              </a:ext>
            </a:extLst>
          </p:cNvPr>
          <p:cNvPicPr>
            <a:picLocks noChangeAspect="1"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10007600" y="376238"/>
            <a:ext cx="1135063" cy="120015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12" name="TextBox 11">
            <a:extLst>
              <a:ext uri="{FF2B5EF4-FFF2-40B4-BE49-F238E27FC236}">
                <a16:creationId xmlns:a16="http://schemas.microsoft.com/office/drawing/2014/main" id="{947F4C38-ED83-DA0D-59EA-E2F7EA9182D3}"/>
              </a:ext>
            </a:extLst>
          </p:cNvPr>
          <p:cNvSpPr txBox="1"/>
          <p:nvPr/>
        </p:nvSpPr>
        <p:spPr>
          <a:xfrm flipH="1">
            <a:off x="1516062" y="1665234"/>
            <a:ext cx="9159875" cy="522288"/>
          </a:xfrm>
          <a:prstGeom prst="rect">
            <a:avLst/>
          </a:prstGeom>
          <a:noFill/>
        </p:spPr>
        <p:txBody>
          <a:bodyPr>
            <a:spAutoFit/>
          </a:bodyPr>
          <a:lstStyle/>
          <a:p>
            <a:pPr algn="ctr" eaLnBrk="1" fontAlgn="auto" hangingPunct="1">
              <a:spcBef>
                <a:spcPts val="0"/>
              </a:spcBef>
              <a:spcAft>
                <a:spcPts val="0"/>
              </a:spcAft>
              <a:defRPr/>
            </a:pPr>
            <a:r>
              <a:rPr lang="en-IN" sz="2800" spc="-1" dirty="0">
                <a:latin typeface="Bernard MT Condensed" panose="02050806060905020404" pitchFamily="18" charset="0"/>
              </a:rPr>
              <a:t>Department of Electrical and Electronics Engineering</a:t>
            </a:r>
          </a:p>
        </p:txBody>
      </p:sp>
      <p:sp>
        <p:nvSpPr>
          <p:cNvPr id="13" name="TextBox 12">
            <a:extLst>
              <a:ext uri="{FF2B5EF4-FFF2-40B4-BE49-F238E27FC236}">
                <a16:creationId xmlns:a16="http://schemas.microsoft.com/office/drawing/2014/main" id="{6A1FBB0C-D8E1-311F-3402-EF64C83951EE}"/>
              </a:ext>
            </a:extLst>
          </p:cNvPr>
          <p:cNvSpPr txBox="1">
            <a:spLocks noChangeArrowheads="1"/>
          </p:cNvSpPr>
          <p:nvPr/>
        </p:nvSpPr>
        <p:spPr bwMode="auto">
          <a:xfrm>
            <a:off x="339365" y="2282825"/>
            <a:ext cx="11472421" cy="40011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a:spAutoFit/>
          </a:bodyPr>
          <a:lstStyle>
            <a:lvl1pPr>
              <a:spcBef>
                <a:spcPts val="1000"/>
              </a:spcBef>
              <a:buClr>
                <a:schemeClr val="accent1"/>
              </a:buClr>
              <a:buFont typeface="Wingdings 3" panose="05040102010807070707" pitchFamily="18" charset="2"/>
              <a:buChar char=""/>
              <a:defRPr>
                <a:solidFill>
                  <a:srgbClr val="404040"/>
                </a:solidFill>
                <a:latin typeface="Century Gothic" panose="020B0502020202020204" pitchFamily="34" charset="0"/>
              </a:defRPr>
            </a:lvl1pPr>
            <a:lvl2pPr marL="742950" indent="-285750">
              <a:spcBef>
                <a:spcPts val="1000"/>
              </a:spcBef>
              <a:buClr>
                <a:schemeClr val="accent1"/>
              </a:buClr>
              <a:buFont typeface="Wingdings 3" panose="05040102010807070707" pitchFamily="18" charset="2"/>
              <a:buChar char=""/>
              <a:defRPr sz="1600">
                <a:solidFill>
                  <a:srgbClr val="404040"/>
                </a:solidFill>
                <a:latin typeface="Century Gothic" panose="020B0502020202020204" pitchFamily="34" charset="0"/>
              </a:defRPr>
            </a:lvl2pPr>
            <a:lvl3pPr marL="1143000" indent="-228600">
              <a:spcBef>
                <a:spcPts val="1000"/>
              </a:spcBef>
              <a:buClr>
                <a:schemeClr val="accent1"/>
              </a:buClr>
              <a:buFont typeface="Wingdings 3" panose="05040102010807070707" pitchFamily="18" charset="2"/>
              <a:buChar char=""/>
              <a:defRPr sz="1400">
                <a:solidFill>
                  <a:srgbClr val="404040"/>
                </a:solidFill>
                <a:latin typeface="Century Gothic" panose="020B0502020202020204" pitchFamily="34" charset="0"/>
              </a:defRPr>
            </a:lvl3pPr>
            <a:lvl4pPr marL="1600200" indent="-228600">
              <a:spcBef>
                <a:spcPts val="1000"/>
              </a:spcBef>
              <a:buClr>
                <a:schemeClr val="accent1"/>
              </a:buClr>
              <a:buFont typeface="Wingdings 3" panose="05040102010807070707" pitchFamily="18" charset="2"/>
              <a:buChar char=""/>
              <a:defRPr sz="1200">
                <a:solidFill>
                  <a:srgbClr val="404040"/>
                </a:solidFill>
                <a:latin typeface="Century Gothic" panose="020B0502020202020204" pitchFamily="34" charset="0"/>
              </a:defRPr>
            </a:lvl4pPr>
            <a:lvl5pPr marL="2057400" indent="-228600">
              <a:spcBef>
                <a:spcPts val="1000"/>
              </a:spcBef>
              <a:buClr>
                <a:schemeClr val="accent1"/>
              </a:buClr>
              <a:buFont typeface="Wingdings 3" panose="05040102010807070707" pitchFamily="18" charset="2"/>
              <a:buChar char=""/>
              <a:defRPr sz="1200">
                <a:solidFill>
                  <a:srgbClr val="404040"/>
                </a:solidFill>
                <a:latin typeface="Century Gothic" panose="020B0502020202020204" pitchFamily="34" charset="0"/>
              </a:defRPr>
            </a:lvl5pPr>
            <a:lvl6pPr marL="2514600" indent="-228600" defTabSz="457200" eaLnBrk="0" fontAlgn="base" hangingPunct="0">
              <a:spcBef>
                <a:spcPts val="1000"/>
              </a:spcBef>
              <a:spcAft>
                <a:spcPct val="0"/>
              </a:spcAft>
              <a:buClr>
                <a:schemeClr val="accent1"/>
              </a:buClr>
              <a:buFont typeface="Wingdings 3" panose="05040102010807070707" pitchFamily="18" charset="2"/>
              <a:buChar char=""/>
              <a:defRPr sz="1200">
                <a:solidFill>
                  <a:srgbClr val="404040"/>
                </a:solidFill>
                <a:latin typeface="Century Gothic" panose="020B0502020202020204" pitchFamily="34" charset="0"/>
              </a:defRPr>
            </a:lvl6pPr>
            <a:lvl7pPr marL="2971800" indent="-228600" defTabSz="457200" eaLnBrk="0" fontAlgn="base" hangingPunct="0">
              <a:spcBef>
                <a:spcPts val="1000"/>
              </a:spcBef>
              <a:spcAft>
                <a:spcPct val="0"/>
              </a:spcAft>
              <a:buClr>
                <a:schemeClr val="accent1"/>
              </a:buClr>
              <a:buFont typeface="Wingdings 3" panose="05040102010807070707" pitchFamily="18" charset="2"/>
              <a:buChar char=""/>
              <a:defRPr sz="1200">
                <a:solidFill>
                  <a:srgbClr val="404040"/>
                </a:solidFill>
                <a:latin typeface="Century Gothic" panose="020B0502020202020204" pitchFamily="34" charset="0"/>
              </a:defRPr>
            </a:lvl7pPr>
            <a:lvl8pPr marL="3429000" indent="-228600" defTabSz="457200" eaLnBrk="0" fontAlgn="base" hangingPunct="0">
              <a:spcBef>
                <a:spcPts val="1000"/>
              </a:spcBef>
              <a:spcAft>
                <a:spcPct val="0"/>
              </a:spcAft>
              <a:buClr>
                <a:schemeClr val="accent1"/>
              </a:buClr>
              <a:buFont typeface="Wingdings 3" panose="05040102010807070707" pitchFamily="18" charset="2"/>
              <a:buChar char=""/>
              <a:defRPr sz="1200">
                <a:solidFill>
                  <a:srgbClr val="404040"/>
                </a:solidFill>
                <a:latin typeface="Century Gothic" panose="020B0502020202020204" pitchFamily="34" charset="0"/>
              </a:defRPr>
            </a:lvl8pPr>
            <a:lvl9pPr marL="3886200" indent="-228600" defTabSz="457200" eaLnBrk="0" fontAlgn="base" hangingPunct="0">
              <a:spcBef>
                <a:spcPts val="1000"/>
              </a:spcBef>
              <a:spcAft>
                <a:spcPct val="0"/>
              </a:spcAft>
              <a:buClr>
                <a:schemeClr val="accent1"/>
              </a:buClr>
              <a:buFont typeface="Wingdings 3" panose="05040102010807070707" pitchFamily="18" charset="2"/>
              <a:buChar char=""/>
              <a:defRPr sz="1200">
                <a:solidFill>
                  <a:srgbClr val="404040"/>
                </a:solidFill>
                <a:latin typeface="Century Gothic" panose="020B0502020202020204" pitchFamily="34" charset="0"/>
              </a:defRPr>
            </a:lvl9pPr>
          </a:lstStyle>
          <a:p>
            <a:pPr algn="ctr" eaLnBrk="1" hangingPunct="1">
              <a:spcBef>
                <a:spcPct val="0"/>
              </a:spcBef>
              <a:buClrTx/>
              <a:buFontTx/>
              <a:buNone/>
            </a:pPr>
            <a:r>
              <a:rPr lang="en-IN" altLang="en-US" sz="2000" b="1" dirty="0">
                <a:solidFill>
                  <a:schemeClr val="tx1"/>
                </a:solidFill>
                <a:latin typeface="Algerian" panose="04020705040A02060702" pitchFamily="82" charset="0"/>
                <a:ea typeface="Calibri" panose="020F0502020204030204" pitchFamily="34" charset="0"/>
                <a:cs typeface="Times New Roman" panose="02020603050405020304" pitchFamily="18" charset="0"/>
              </a:rPr>
              <a:t>TEMPERATURE BASED  fan SPEED CONTROLLER  using ARDUINO</a:t>
            </a:r>
          </a:p>
        </p:txBody>
      </p:sp>
      <p:sp>
        <p:nvSpPr>
          <p:cNvPr id="15" name="TextBox 14">
            <a:extLst>
              <a:ext uri="{FF2B5EF4-FFF2-40B4-BE49-F238E27FC236}">
                <a16:creationId xmlns:a16="http://schemas.microsoft.com/office/drawing/2014/main" id="{690BC971-7117-32B7-2C8D-2512E22C778D}"/>
              </a:ext>
            </a:extLst>
          </p:cNvPr>
          <p:cNvSpPr txBox="1"/>
          <p:nvPr/>
        </p:nvSpPr>
        <p:spPr>
          <a:xfrm>
            <a:off x="2625725" y="2799234"/>
            <a:ext cx="6313488" cy="2496389"/>
          </a:xfrm>
          <a:prstGeom prst="rect">
            <a:avLst/>
          </a:prstGeom>
          <a:noFill/>
        </p:spPr>
        <p:txBody>
          <a:bodyPr>
            <a:spAutoFit/>
          </a:bodyPr>
          <a:lstStyle/>
          <a:p>
            <a:pPr algn="just" eaLnBrk="1" fontAlgn="auto" hangingPunct="1">
              <a:spcBef>
                <a:spcPts val="0"/>
              </a:spcBef>
              <a:spcAft>
                <a:spcPts val="0"/>
              </a:spcAft>
              <a:defRPr/>
            </a:pPr>
            <a:r>
              <a:rPr lang="en-IN" sz="2000" b="1" spc="-1" dirty="0">
                <a:latin typeface="Times New Roman" panose="02020603050405020304" pitchFamily="18" charset="0"/>
                <a:cs typeface="Times New Roman" panose="02020603050405020304" pitchFamily="18" charset="0"/>
              </a:rPr>
              <a:t>                             </a:t>
            </a:r>
            <a:r>
              <a:rPr lang="en-IN" sz="2400" b="1" spc="-1" dirty="0">
                <a:latin typeface="Times New Roman" panose="02020603050405020304" pitchFamily="18" charset="0"/>
                <a:cs typeface="Times New Roman" panose="02020603050405020304" pitchFamily="18" charset="0"/>
              </a:rPr>
              <a:t>TEAM MEMBERS</a:t>
            </a:r>
            <a:endParaRPr lang="en-IN" sz="2000" b="1" spc="-1" dirty="0">
              <a:latin typeface="Times New Roman" panose="02020603050405020304" pitchFamily="18" charset="0"/>
              <a:cs typeface="Times New Roman" panose="02020603050405020304" pitchFamily="18" charset="0"/>
            </a:endParaRPr>
          </a:p>
          <a:p>
            <a:pPr algn="ctr" eaLnBrk="1" fontAlgn="auto" hangingPunct="1">
              <a:lnSpc>
                <a:spcPct val="107000"/>
              </a:lnSpc>
              <a:spcBef>
                <a:spcPts val="0"/>
              </a:spcBef>
              <a:spcAft>
                <a:spcPts val="800"/>
              </a:spcAft>
              <a:defRPr/>
            </a:pPr>
            <a:r>
              <a:rPr lang="en-IN" sz="2000" i="1" spc="-1" dirty="0">
                <a:latin typeface="Times New Roman" panose="02020603050405020304" pitchFamily="18" charset="0"/>
                <a:cs typeface="Times New Roman" panose="02020603050405020304" pitchFamily="18" charset="0"/>
              </a:rPr>
              <a:t> KISHORE C - 1DB21EE014</a:t>
            </a:r>
          </a:p>
          <a:p>
            <a:pPr algn="ctr" eaLnBrk="1" fontAlgn="auto" hangingPunct="1">
              <a:lnSpc>
                <a:spcPct val="107000"/>
              </a:lnSpc>
              <a:spcBef>
                <a:spcPts val="0"/>
              </a:spcBef>
              <a:spcAft>
                <a:spcPts val="800"/>
              </a:spcAft>
              <a:defRPr/>
            </a:pPr>
            <a:r>
              <a:rPr lang="en-IN" sz="2000" i="1" spc="-1" dirty="0">
                <a:latin typeface="Times New Roman" panose="02020603050405020304" pitchFamily="18" charset="0"/>
                <a:cs typeface="Times New Roman" panose="02020603050405020304" pitchFamily="18" charset="0"/>
              </a:rPr>
              <a:t>LUCKY ALI  - 1DB21EE016</a:t>
            </a:r>
          </a:p>
          <a:p>
            <a:pPr algn="ctr" eaLnBrk="1" fontAlgn="auto" hangingPunct="1">
              <a:lnSpc>
                <a:spcPct val="107000"/>
              </a:lnSpc>
              <a:spcBef>
                <a:spcPts val="0"/>
              </a:spcBef>
              <a:spcAft>
                <a:spcPts val="800"/>
              </a:spcAft>
              <a:defRPr/>
            </a:pPr>
            <a:r>
              <a:rPr lang="en-IN" sz="2000" i="1" spc="-1" dirty="0">
                <a:latin typeface="Times New Roman" panose="02020603050405020304" pitchFamily="18" charset="0"/>
                <a:cs typeface="Times New Roman" panose="02020603050405020304" pitchFamily="18" charset="0"/>
              </a:rPr>
              <a:t>SHASHANK R  - 1DB21EE023</a:t>
            </a:r>
          </a:p>
          <a:p>
            <a:pPr algn="ctr" eaLnBrk="1" fontAlgn="auto" hangingPunct="1">
              <a:lnSpc>
                <a:spcPct val="107000"/>
              </a:lnSpc>
              <a:spcBef>
                <a:spcPts val="0"/>
              </a:spcBef>
              <a:spcAft>
                <a:spcPts val="800"/>
              </a:spcAft>
              <a:defRPr/>
            </a:pPr>
            <a:r>
              <a:rPr lang="en-IN" sz="2000" i="1" spc="-1" dirty="0">
                <a:latin typeface="Times New Roman" panose="02020603050405020304" pitchFamily="18" charset="0"/>
                <a:cs typeface="Times New Roman" panose="02020603050405020304" pitchFamily="18" charset="0"/>
              </a:rPr>
              <a:t>SRIKANTH S - 1DB21EE027</a:t>
            </a:r>
          </a:p>
          <a:p>
            <a:pPr algn="ctr" eaLnBrk="1" fontAlgn="auto" hangingPunct="1">
              <a:lnSpc>
                <a:spcPct val="107000"/>
              </a:lnSpc>
              <a:spcBef>
                <a:spcPts val="0"/>
              </a:spcBef>
              <a:spcAft>
                <a:spcPts val="800"/>
              </a:spcAft>
              <a:defRPr/>
            </a:pPr>
            <a:r>
              <a:rPr lang="en-IN" sz="2000" i="1" spc="-1" dirty="0">
                <a:latin typeface="Times New Roman" panose="02020603050405020304" pitchFamily="18" charset="0"/>
                <a:cs typeface="Times New Roman" panose="02020603050405020304" pitchFamily="18" charset="0"/>
              </a:rPr>
              <a:t>`</a:t>
            </a:r>
          </a:p>
        </p:txBody>
      </p:sp>
      <p:sp>
        <p:nvSpPr>
          <p:cNvPr id="20489" name="Slide Number Placeholder 3">
            <a:extLst>
              <a:ext uri="{FF2B5EF4-FFF2-40B4-BE49-F238E27FC236}">
                <a16:creationId xmlns:a16="http://schemas.microsoft.com/office/drawing/2014/main" id="{AE3271E7-4808-5B74-AD0B-92B7EDDD3AB7}"/>
              </a:ext>
            </a:extLst>
          </p:cNvPr>
          <p:cNvSpPr>
            <a:spLocks noGrp="1"/>
          </p:cNvSpPr>
          <p:nvPr>
            <p:ph type="sldNum" sz="quarter" idx="12"/>
          </p:nvPr>
        </p:nvSpPr>
        <p:spPr>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spcBef>
                <a:spcPts val="1000"/>
              </a:spcBef>
              <a:buClr>
                <a:schemeClr val="accent1"/>
              </a:buClr>
              <a:buFont typeface="Wingdings 3" panose="05040102010807070707" pitchFamily="18" charset="2"/>
              <a:buChar char=""/>
              <a:defRPr>
                <a:solidFill>
                  <a:srgbClr val="404040"/>
                </a:solidFill>
                <a:latin typeface="Century Gothic" panose="020B0502020202020204" pitchFamily="34" charset="0"/>
              </a:defRPr>
            </a:lvl1pPr>
            <a:lvl2pPr marL="742950" indent="-285750">
              <a:spcBef>
                <a:spcPts val="1000"/>
              </a:spcBef>
              <a:buClr>
                <a:schemeClr val="accent1"/>
              </a:buClr>
              <a:buFont typeface="Wingdings 3" panose="05040102010807070707" pitchFamily="18" charset="2"/>
              <a:buChar char=""/>
              <a:defRPr sz="1600">
                <a:solidFill>
                  <a:srgbClr val="404040"/>
                </a:solidFill>
                <a:latin typeface="Century Gothic" panose="020B0502020202020204" pitchFamily="34" charset="0"/>
              </a:defRPr>
            </a:lvl2pPr>
            <a:lvl3pPr marL="1143000" indent="-228600">
              <a:spcBef>
                <a:spcPts val="1000"/>
              </a:spcBef>
              <a:buClr>
                <a:schemeClr val="accent1"/>
              </a:buClr>
              <a:buFont typeface="Wingdings 3" panose="05040102010807070707" pitchFamily="18" charset="2"/>
              <a:buChar char=""/>
              <a:defRPr sz="1400">
                <a:solidFill>
                  <a:srgbClr val="404040"/>
                </a:solidFill>
                <a:latin typeface="Century Gothic" panose="020B0502020202020204" pitchFamily="34" charset="0"/>
              </a:defRPr>
            </a:lvl3pPr>
            <a:lvl4pPr marL="1600200" indent="-228600">
              <a:spcBef>
                <a:spcPts val="1000"/>
              </a:spcBef>
              <a:buClr>
                <a:schemeClr val="accent1"/>
              </a:buClr>
              <a:buFont typeface="Wingdings 3" panose="05040102010807070707" pitchFamily="18" charset="2"/>
              <a:buChar char=""/>
              <a:defRPr sz="1200">
                <a:solidFill>
                  <a:srgbClr val="404040"/>
                </a:solidFill>
                <a:latin typeface="Century Gothic" panose="020B0502020202020204" pitchFamily="34" charset="0"/>
              </a:defRPr>
            </a:lvl4pPr>
            <a:lvl5pPr marL="2057400" indent="-228600">
              <a:spcBef>
                <a:spcPts val="1000"/>
              </a:spcBef>
              <a:buClr>
                <a:schemeClr val="accent1"/>
              </a:buClr>
              <a:buFont typeface="Wingdings 3" panose="05040102010807070707" pitchFamily="18" charset="2"/>
              <a:buChar char=""/>
              <a:defRPr sz="1200">
                <a:solidFill>
                  <a:srgbClr val="404040"/>
                </a:solidFill>
                <a:latin typeface="Century Gothic" panose="020B0502020202020204" pitchFamily="34" charset="0"/>
              </a:defRPr>
            </a:lvl5pPr>
            <a:lvl6pPr marL="2514600" indent="-228600" defTabSz="457200" eaLnBrk="0" fontAlgn="base" hangingPunct="0">
              <a:spcBef>
                <a:spcPts val="1000"/>
              </a:spcBef>
              <a:spcAft>
                <a:spcPct val="0"/>
              </a:spcAft>
              <a:buClr>
                <a:schemeClr val="accent1"/>
              </a:buClr>
              <a:buFont typeface="Wingdings 3" panose="05040102010807070707" pitchFamily="18" charset="2"/>
              <a:buChar char=""/>
              <a:defRPr sz="1200">
                <a:solidFill>
                  <a:srgbClr val="404040"/>
                </a:solidFill>
                <a:latin typeface="Century Gothic" panose="020B0502020202020204" pitchFamily="34" charset="0"/>
              </a:defRPr>
            </a:lvl6pPr>
            <a:lvl7pPr marL="2971800" indent="-228600" defTabSz="457200" eaLnBrk="0" fontAlgn="base" hangingPunct="0">
              <a:spcBef>
                <a:spcPts val="1000"/>
              </a:spcBef>
              <a:spcAft>
                <a:spcPct val="0"/>
              </a:spcAft>
              <a:buClr>
                <a:schemeClr val="accent1"/>
              </a:buClr>
              <a:buFont typeface="Wingdings 3" panose="05040102010807070707" pitchFamily="18" charset="2"/>
              <a:buChar char=""/>
              <a:defRPr sz="1200">
                <a:solidFill>
                  <a:srgbClr val="404040"/>
                </a:solidFill>
                <a:latin typeface="Century Gothic" panose="020B0502020202020204" pitchFamily="34" charset="0"/>
              </a:defRPr>
            </a:lvl7pPr>
            <a:lvl8pPr marL="3429000" indent="-228600" defTabSz="457200" eaLnBrk="0" fontAlgn="base" hangingPunct="0">
              <a:spcBef>
                <a:spcPts val="1000"/>
              </a:spcBef>
              <a:spcAft>
                <a:spcPct val="0"/>
              </a:spcAft>
              <a:buClr>
                <a:schemeClr val="accent1"/>
              </a:buClr>
              <a:buFont typeface="Wingdings 3" panose="05040102010807070707" pitchFamily="18" charset="2"/>
              <a:buChar char=""/>
              <a:defRPr sz="1200">
                <a:solidFill>
                  <a:srgbClr val="404040"/>
                </a:solidFill>
                <a:latin typeface="Century Gothic" panose="020B0502020202020204" pitchFamily="34" charset="0"/>
              </a:defRPr>
            </a:lvl8pPr>
            <a:lvl9pPr marL="3886200" indent="-228600" defTabSz="457200" eaLnBrk="0" fontAlgn="base" hangingPunct="0">
              <a:spcBef>
                <a:spcPts val="1000"/>
              </a:spcBef>
              <a:spcAft>
                <a:spcPct val="0"/>
              </a:spcAft>
              <a:buClr>
                <a:schemeClr val="accent1"/>
              </a:buClr>
              <a:buFont typeface="Wingdings 3" panose="05040102010807070707" pitchFamily="18" charset="2"/>
              <a:buChar char=""/>
              <a:defRPr sz="1200">
                <a:solidFill>
                  <a:srgbClr val="404040"/>
                </a:solidFill>
                <a:latin typeface="Century Gothic" panose="020B0502020202020204" pitchFamily="34" charset="0"/>
              </a:defRPr>
            </a:lvl9pPr>
          </a:lstStyle>
          <a:p>
            <a:pPr>
              <a:spcBef>
                <a:spcPct val="0"/>
              </a:spcBef>
              <a:buClrTx/>
              <a:buFontTx/>
              <a:buNone/>
            </a:pPr>
            <a:fld id="{178DB204-7C47-4DC3-ADF2-957F9303DCF8}" type="slidenum">
              <a:rPr lang="en-IN" altLang="en-US" smtClean="0">
                <a:solidFill>
                  <a:srgbClr val="FEFFFF"/>
                </a:solidFill>
              </a:rPr>
              <a:pPr>
                <a:spcBef>
                  <a:spcPct val="0"/>
                </a:spcBef>
                <a:buClrTx/>
                <a:buFontTx/>
                <a:buNone/>
              </a:pPr>
              <a:t>1</a:t>
            </a:fld>
            <a:endParaRPr lang="en-IN" altLang="en-US">
              <a:solidFill>
                <a:srgbClr val="FEFFFF"/>
              </a:solidFill>
            </a:endParaRPr>
          </a:p>
        </p:txBody>
      </p:sp>
    </p:spTree>
  </p:cSld>
  <p:clrMapOvr>
    <a:masterClrMapping/>
  </p:clrMapOvr>
  <p:timing>
    <p:tnLst>
      <p:par>
        <p:cTn id="1" dur="indefinite" restart="never" nodeType="tmRoot">
          <p:childTnLst>
            <p:seq concurrent="1" nextAc="seek">
              <p:cTn id="2" dur="indefinite" nodeType="mainSeq">
                <p:childTnLst>
                  <p:par>
                    <p:cTn id="3" fill="hold" nodeType="clickPar">
                      <p:stCondLst>
                        <p:cond delay="indefinite"/>
                        <p:cond evt="onBegin" delay="0">
                          <p:tn val="2"/>
                        </p:cond>
                      </p:stCondLst>
                      <p:childTnLst>
                        <p:par>
                          <p:cTn id="4" fill="hold" nodeType="withGroup">
                            <p:stCondLst>
                              <p:cond delay="0"/>
                            </p:stCondLst>
                            <p:childTnLst>
                              <p:par>
                                <p:cTn id="5" presetID="10" presetClass="entr" presetSubtype="0" fill="hold" nodeType="withEffect">
                                  <p:stCondLst>
                                    <p:cond delay="0"/>
                                  </p:stCondLst>
                                  <p:childTnLst>
                                    <p:set>
                                      <p:cBhvr>
                                        <p:cTn id="6" dur="1" fill="hold">
                                          <p:stCondLst>
                                            <p:cond delay="0"/>
                                          </p:stCondLst>
                                        </p:cTn>
                                        <p:tgtEl>
                                          <p:spTgt spid="9"/>
                                        </p:tgtEl>
                                        <p:attrNameLst>
                                          <p:attrName>style.visibility</p:attrName>
                                        </p:attrNameLst>
                                      </p:cBhvr>
                                      <p:to>
                                        <p:strVal val="visible"/>
                                      </p:to>
                                    </p:set>
                                    <p:animEffect transition="in" filter="fade">
                                      <p:cBhvr>
                                        <p:cTn id="7" dur="500"/>
                                        <p:tgtEl>
                                          <p:spTgt spid="9"/>
                                        </p:tgtEl>
                                      </p:cBhvr>
                                    </p:animEffect>
                                  </p:childTnLst>
                                </p:cTn>
                              </p:par>
                              <p:par>
                                <p:cTn id="8" presetID="10" presetClass="entr" presetSubtype="0" fill="hold" nodeType="withEffect">
                                  <p:stCondLst>
                                    <p:cond delay="0"/>
                                  </p:stCondLst>
                                  <p:childTnLst>
                                    <p:set>
                                      <p:cBhvr>
                                        <p:cTn id="9" dur="1" fill="hold">
                                          <p:stCondLst>
                                            <p:cond delay="0"/>
                                          </p:stCondLst>
                                        </p:cTn>
                                        <p:tgtEl>
                                          <p:spTgt spid="10"/>
                                        </p:tgtEl>
                                        <p:attrNameLst>
                                          <p:attrName>style.visibility</p:attrName>
                                        </p:attrNameLst>
                                      </p:cBhvr>
                                      <p:to>
                                        <p:strVal val="visible"/>
                                      </p:to>
                                    </p:set>
                                    <p:animEffect transition="in" filter="fade">
                                      <p:cBhvr>
                                        <p:cTn id="10" dur="500"/>
                                        <p:tgtEl>
                                          <p:spTgt spid="10"/>
                                        </p:tgtEl>
                                      </p:cBhvr>
                                    </p:animEffect>
                                  </p:childTnLst>
                                </p:cTn>
                              </p:par>
                              <p:par>
                                <p:cTn id="11" presetID="10" presetClass="entr" presetSubtype="0" fill="hold" nodeType="withEffect">
                                  <p:stCondLst>
                                    <p:cond delay="0"/>
                                  </p:stCondLst>
                                  <p:childTnLst>
                                    <p:set>
                                      <p:cBhvr>
                                        <p:cTn id="12" dur="1" fill="hold">
                                          <p:stCondLst>
                                            <p:cond delay="0"/>
                                          </p:stCondLst>
                                        </p:cTn>
                                        <p:tgtEl>
                                          <p:spTgt spid="11"/>
                                        </p:tgtEl>
                                        <p:attrNameLst>
                                          <p:attrName>style.visibility</p:attrName>
                                        </p:attrNameLst>
                                      </p:cBhvr>
                                      <p:to>
                                        <p:strVal val="visible"/>
                                      </p:to>
                                    </p:set>
                                    <p:animEffect transition="in" filter="fade">
                                      <p:cBhvr>
                                        <p:cTn id="13" dur="500"/>
                                        <p:tgtEl>
                                          <p:spTgt spid="11"/>
                                        </p:tgtEl>
                                      </p:cBhvr>
                                    </p:animEffect>
                                  </p:childTnLst>
                                </p:cTn>
                              </p:par>
                            </p:childTnLst>
                          </p:cTn>
                        </p:par>
                      </p:childTnLst>
                    </p:cTn>
                  </p:par>
                  <p:par>
                    <p:cTn id="14" fill="hold" nodeType="clickPar">
                      <p:stCondLst>
                        <p:cond delay="indefinite"/>
                      </p:stCondLst>
                      <p:childTnLst>
                        <p:par>
                          <p:cTn id="15" fill="hold" nodeType="withGroup">
                            <p:stCondLst>
                              <p:cond delay="0"/>
                            </p:stCondLst>
                            <p:childTnLst>
                              <p:par>
                                <p:cTn id="16" presetID="10" presetClass="entr" presetSubtype="0" fill="hold" nodeType="clickEffect">
                                  <p:stCondLst>
                                    <p:cond delay="0"/>
                                  </p:stCondLst>
                                  <p:childTnLst>
                                    <p:set>
                                      <p:cBhvr>
                                        <p:cTn id="17" dur="1" fill="hold">
                                          <p:stCondLst>
                                            <p:cond delay="0"/>
                                          </p:stCondLst>
                                        </p:cTn>
                                        <p:tgtEl>
                                          <p:spTgt spid="12"/>
                                        </p:tgtEl>
                                        <p:attrNameLst>
                                          <p:attrName>style.visibility</p:attrName>
                                        </p:attrNameLst>
                                      </p:cBhvr>
                                      <p:to>
                                        <p:strVal val="visible"/>
                                      </p:to>
                                    </p:set>
                                    <p:animEffect transition="in" filter="fade">
                                      <p:cBhvr>
                                        <p:cTn id="18" dur="500"/>
                                        <p:tgtEl>
                                          <p:spTgt spid="12"/>
                                        </p:tgtEl>
                                      </p:cBhvr>
                                    </p:animEffect>
                                  </p:childTnLst>
                                </p:cTn>
                              </p:par>
                            </p:childTnLst>
                          </p:cTn>
                        </p:par>
                        <p:par>
                          <p:cTn id="19" fill="hold" nodeType="afterGroup">
                            <p:stCondLst>
                              <p:cond delay="500"/>
                            </p:stCondLst>
                            <p:childTnLst>
                              <p:par>
                                <p:cTn id="20" presetID="10" presetClass="entr" presetSubtype="0" fill="hold" nodeType="afterEffect">
                                  <p:stCondLst>
                                    <p:cond delay="0"/>
                                  </p:stCondLst>
                                  <p:childTnLst>
                                    <p:set>
                                      <p:cBhvr>
                                        <p:cTn id="21" dur="1" fill="hold">
                                          <p:stCondLst>
                                            <p:cond delay="0"/>
                                          </p:stCondLst>
                                        </p:cTn>
                                        <p:tgtEl>
                                          <p:spTgt spid="13"/>
                                        </p:tgtEl>
                                        <p:attrNameLst>
                                          <p:attrName>style.visibility</p:attrName>
                                        </p:attrNameLst>
                                      </p:cBhvr>
                                      <p:to>
                                        <p:strVal val="visible"/>
                                      </p:to>
                                    </p:set>
                                    <p:animEffect transition="in" filter="fade">
                                      <p:cBhvr>
                                        <p:cTn id="22" dur="500"/>
                                        <p:tgtEl>
                                          <p:spTgt spid="13"/>
                                        </p:tgtEl>
                                      </p:cBhvr>
                                    </p:animEffect>
                                  </p:childTnLst>
                                </p:cTn>
                              </p:par>
                            </p:childTnLst>
                          </p:cTn>
                        </p:par>
                        <p:par>
                          <p:cTn id="23" fill="hold" nodeType="afterGroup">
                            <p:stCondLst>
                              <p:cond delay="1000"/>
                            </p:stCondLst>
                            <p:childTnLst>
                              <p:par>
                                <p:cTn id="24" presetID="10" presetClass="entr" presetSubtype="0" fill="hold" nodeType="afterEffect">
                                  <p:stCondLst>
                                    <p:cond delay="0"/>
                                  </p:stCondLst>
                                  <p:childTnLst>
                                    <p:set>
                                      <p:cBhvr>
                                        <p:cTn id="25" dur="1" fill="hold">
                                          <p:stCondLst>
                                            <p:cond delay="0"/>
                                          </p:stCondLst>
                                        </p:cTn>
                                        <p:tgtEl>
                                          <p:spTgt spid="15"/>
                                        </p:tgtEl>
                                        <p:attrNameLst>
                                          <p:attrName>style.visibility</p:attrName>
                                        </p:attrNameLst>
                                      </p:cBhvr>
                                      <p:to>
                                        <p:strVal val="visible"/>
                                      </p:to>
                                    </p:set>
                                    <p:animEffect transition="in" filter="fade">
                                      <p:cBhvr>
                                        <p:cTn id="26" dur="500"/>
                                        <p:tgtEl>
                                          <p:spTgt spid="15"/>
                                        </p:tgtEl>
                                      </p:cBhvr>
                                    </p:animEffect>
                                  </p:childTnLst>
                                </p:cTn>
                              </p:par>
                            </p:childTnLst>
                          </p:cTn>
                        </p:par>
                        <p:par>
                          <p:cTn id="27" fill="hold" nodeType="afterGroup">
                            <p:stCondLst>
                              <p:cond delay="1500"/>
                            </p:stCondLst>
                            <p:childTnLst>
                              <p:par>
                                <p:cTn id="28" presetID="10" presetClass="entr" presetSubtype="0" fill="hold" nodeType="afterEffect">
                                  <p:stCondLst>
                                    <p:cond delay="0"/>
                                  </p:stCondLst>
                                  <p:childTnLst>
                                    <p:set>
                                      <p:cBhvr>
                                        <p:cTn id="29" dur="1" fill="hold">
                                          <p:stCondLst>
                                            <p:cond delay="0"/>
                                          </p:stCondLst>
                                        </p:cTn>
                                        <p:tgtEl>
                                          <p:spTgt spid="5"/>
                                        </p:tgtEl>
                                        <p:attrNameLst>
                                          <p:attrName>style.visibility</p:attrName>
                                        </p:attrNameLst>
                                      </p:cBhvr>
                                      <p:to>
                                        <p:strVal val="visible"/>
                                      </p:to>
                                    </p:set>
                                    <p:animEffect transition="in" filter="fade">
                                      <p:cBhvr>
                                        <p:cTn id="30" dur="500"/>
                                        <p:tgtEl>
                                          <p:spTgt spid="5"/>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5" grpId="0"/>
      <p:bldP spid="9" grpId="0"/>
      <p:bldP spid="12" grpId="0"/>
      <p:bldP spid="13" grpId="0"/>
      <p:bldP spid="15" grpId="0"/>
    </p:bldLst>
  </p:timing>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 name="Content Placeholder 6">
            <a:extLst>
              <a:ext uri="{FF2B5EF4-FFF2-40B4-BE49-F238E27FC236}">
                <a16:creationId xmlns:a16="http://schemas.microsoft.com/office/drawing/2014/main" id="{2097D5A4-FE5F-EE30-6915-8FE302F59894}"/>
              </a:ext>
            </a:extLst>
          </p:cNvPr>
          <p:cNvSpPr>
            <a:spLocks noGrp="1"/>
          </p:cNvSpPr>
          <p:nvPr>
            <p:ph idx="1"/>
          </p:nvPr>
        </p:nvSpPr>
        <p:spPr>
          <a:xfrm>
            <a:off x="838200" y="570271"/>
            <a:ext cx="10515600" cy="5606692"/>
          </a:xfrm>
        </p:spPr>
        <p:txBody>
          <a:bodyPr/>
          <a:lstStyle/>
          <a:p>
            <a:pPr marL="0" indent="0" algn="just">
              <a:buNone/>
            </a:pPr>
            <a:r>
              <a:rPr lang="en-US" dirty="0">
                <a:solidFill>
                  <a:schemeClr val="accent2">
                    <a:lumMod val="75000"/>
                  </a:schemeClr>
                </a:solidFill>
                <a:latin typeface="Times New Roman" panose="02020603050405020304" pitchFamily="18" charset="0"/>
                <a:cs typeface="Times New Roman" panose="02020603050405020304" pitchFamily="18" charset="0"/>
              </a:rPr>
              <a:t>PROBLEM STATEMENT: </a:t>
            </a:r>
            <a:r>
              <a:rPr lang="en-US" dirty="0">
                <a:latin typeface="Times New Roman" panose="02020603050405020304" pitchFamily="18" charset="0"/>
                <a:cs typeface="Times New Roman" panose="02020603050405020304" pitchFamily="18" charset="0"/>
              </a:rPr>
              <a:t>TEMPERATURE BASED FAN SPEED CONTROLLER USING ARDUINO.</a:t>
            </a:r>
          </a:p>
          <a:p>
            <a:pPr marL="0" indent="0" algn="just">
              <a:buNone/>
            </a:pPr>
            <a:r>
              <a:rPr lang="en-IN" dirty="0">
                <a:solidFill>
                  <a:schemeClr val="accent2">
                    <a:lumMod val="75000"/>
                  </a:schemeClr>
                </a:solidFill>
              </a:rPr>
              <a:t>  </a:t>
            </a:r>
          </a:p>
          <a:p>
            <a:pPr marL="0" indent="0" algn="just">
              <a:buNone/>
            </a:pPr>
            <a:r>
              <a:rPr lang="en-IN" dirty="0">
                <a:solidFill>
                  <a:schemeClr val="accent2">
                    <a:lumMod val="75000"/>
                  </a:schemeClr>
                </a:solidFill>
                <a:latin typeface="Times New Roman" panose="02020603050405020304" pitchFamily="18" charset="0"/>
                <a:cs typeface="Times New Roman" panose="02020603050405020304" pitchFamily="18" charset="0"/>
              </a:rPr>
              <a:t>OBJECTIVES</a:t>
            </a:r>
          </a:p>
          <a:p>
            <a:pPr algn="just"/>
            <a:r>
              <a:rPr lang="en-US" dirty="0">
                <a:latin typeface="Times New Roman" panose="02020603050405020304" pitchFamily="18" charset="0"/>
                <a:cs typeface="Times New Roman" panose="02020603050405020304" pitchFamily="18" charset="0"/>
              </a:rPr>
              <a:t>To reduce the power consumption.</a:t>
            </a:r>
          </a:p>
          <a:p>
            <a:pPr algn="just"/>
            <a:r>
              <a:rPr lang="en-US" dirty="0">
                <a:latin typeface="Times New Roman" panose="02020603050405020304" pitchFamily="18" charset="0"/>
                <a:cs typeface="Times New Roman" panose="02020603050405020304" pitchFamily="18" charset="0"/>
              </a:rPr>
              <a:t>To assist people with disabilities who are unable to control the speed of fan. </a:t>
            </a:r>
          </a:p>
          <a:p>
            <a:pPr algn="just"/>
            <a:r>
              <a:rPr lang="en-US" dirty="0">
                <a:latin typeface="Times New Roman" panose="02020603050405020304" pitchFamily="18" charset="0"/>
                <a:cs typeface="Times New Roman" panose="02020603050405020304" pitchFamily="18" charset="0"/>
              </a:rPr>
              <a:t>In near future, it can also be used in different industries and electronic devices.</a:t>
            </a:r>
            <a:endParaRPr lang="en-IN" dirty="0">
              <a:latin typeface="Times New Roman" panose="02020603050405020304" pitchFamily="18" charset="0"/>
              <a:cs typeface="Times New Roman" panose="02020603050405020304" pitchFamily="18" charset="0"/>
            </a:endParaRPr>
          </a:p>
        </p:txBody>
      </p:sp>
    </p:spTree>
    <p:extLst>
      <p:ext uri="{BB962C8B-B14F-4D97-AF65-F5344CB8AC3E}">
        <p14:creationId xmlns:p14="http://schemas.microsoft.com/office/powerpoint/2010/main" val="581193603"/>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7891815C-D5AA-B793-D705-AEA670EDB194}"/>
              </a:ext>
            </a:extLst>
          </p:cNvPr>
          <p:cNvSpPr>
            <a:spLocks noGrp="1"/>
          </p:cNvSpPr>
          <p:nvPr>
            <p:ph type="title"/>
          </p:nvPr>
        </p:nvSpPr>
        <p:spPr/>
        <p:txBody>
          <a:bodyPr rtlCol="0">
            <a:normAutofit/>
          </a:bodyPr>
          <a:lstStyle/>
          <a:p>
            <a:pPr algn="ctr">
              <a:defRPr/>
            </a:pPr>
            <a:r>
              <a:rPr lang="en-US" sz="4400" dirty="0">
                <a:solidFill>
                  <a:schemeClr val="accent2">
                    <a:lumMod val="75000"/>
                  </a:schemeClr>
                </a:solidFill>
                <a:effectLst>
                  <a:outerShdw blurRad="38100" dist="38100" dir="2700000" algn="tl">
                    <a:srgbClr val="000000">
                      <a:alpha val="43137"/>
                    </a:srgbClr>
                  </a:outerShdw>
                </a:effectLst>
                <a:latin typeface="Times New Roman" panose="02020603050405020304" pitchFamily="18" charset="0"/>
                <a:cs typeface="Times New Roman" panose="02020603050405020304" pitchFamily="18" charset="0"/>
              </a:rPr>
              <a:t> </a:t>
            </a:r>
            <a:r>
              <a:rPr lang="en-US" b="1" dirty="0">
                <a:solidFill>
                  <a:schemeClr val="accent2">
                    <a:lumMod val="75000"/>
                  </a:schemeClr>
                </a:solidFill>
                <a:effectLst>
                  <a:outerShdw blurRad="38100" dist="38100" dir="2700000" algn="tl">
                    <a:srgbClr val="000000">
                      <a:alpha val="43137"/>
                    </a:srgbClr>
                  </a:outerShdw>
                </a:effectLst>
                <a:latin typeface="Times New Roman" panose="02020603050405020304" pitchFamily="18" charset="0"/>
                <a:cs typeface="Times New Roman" panose="02020603050405020304" pitchFamily="18" charset="0"/>
              </a:rPr>
              <a:t>CONTENTS</a:t>
            </a:r>
            <a:endParaRPr lang="en-IN" sz="4400" b="1" dirty="0">
              <a:solidFill>
                <a:schemeClr val="accent2">
                  <a:lumMod val="75000"/>
                </a:schemeClr>
              </a:solidFill>
              <a:effectLst>
                <a:outerShdw blurRad="38100" dist="38100" dir="2700000" algn="tl">
                  <a:srgbClr val="000000">
                    <a:alpha val="43137"/>
                  </a:srgbClr>
                </a:outerShdw>
              </a:effectLst>
              <a:latin typeface="Times New Roman" panose="02020603050405020304" pitchFamily="18" charset="0"/>
              <a:cs typeface="Times New Roman" panose="02020603050405020304" pitchFamily="18" charset="0"/>
            </a:endParaRPr>
          </a:p>
        </p:txBody>
      </p:sp>
      <p:sp>
        <p:nvSpPr>
          <p:cNvPr id="3" name="Content Placeholder 2">
            <a:extLst>
              <a:ext uri="{FF2B5EF4-FFF2-40B4-BE49-F238E27FC236}">
                <a16:creationId xmlns:a16="http://schemas.microsoft.com/office/drawing/2014/main" id="{F5E36686-6185-559B-4D67-C19FD91AD8F7}"/>
              </a:ext>
            </a:extLst>
          </p:cNvPr>
          <p:cNvSpPr>
            <a:spLocks noGrp="1"/>
          </p:cNvSpPr>
          <p:nvPr>
            <p:ph idx="1"/>
          </p:nvPr>
        </p:nvSpPr>
        <p:spPr>
          <a:xfrm>
            <a:off x="525684" y="1847850"/>
            <a:ext cx="10515600" cy="4351338"/>
          </a:xfrm>
        </p:spPr>
        <p:txBody>
          <a:bodyPr>
            <a:normAutofit fontScale="77500" lnSpcReduction="20000"/>
          </a:bodyPr>
          <a:lstStyle/>
          <a:p>
            <a:r>
              <a:rPr lang="en-IN" dirty="0">
                <a:latin typeface="Times New Roman" panose="02020603050405020304" pitchFamily="18" charset="0"/>
                <a:cs typeface="Times New Roman" panose="02020603050405020304" pitchFamily="18" charset="0"/>
              </a:rPr>
              <a:t>INTRODUCTION</a:t>
            </a:r>
          </a:p>
          <a:p>
            <a:r>
              <a:rPr lang="en-IN" dirty="0">
                <a:latin typeface="Times New Roman" panose="02020603050405020304" pitchFamily="18" charset="0"/>
                <a:cs typeface="Times New Roman" panose="02020603050405020304" pitchFamily="18" charset="0"/>
              </a:rPr>
              <a:t>LITERATURE SURVEY</a:t>
            </a:r>
          </a:p>
          <a:p>
            <a:r>
              <a:rPr lang="en-IN" dirty="0">
                <a:latin typeface="Times New Roman" panose="02020603050405020304" pitchFamily="18" charset="0"/>
                <a:cs typeface="Times New Roman" panose="02020603050405020304" pitchFamily="18" charset="0"/>
              </a:rPr>
              <a:t>BLOCK DIAGRAM</a:t>
            </a:r>
          </a:p>
          <a:p>
            <a:r>
              <a:rPr lang="en-IN" dirty="0">
                <a:latin typeface="Times New Roman" panose="02020603050405020304" pitchFamily="18" charset="0"/>
                <a:cs typeface="Times New Roman" panose="02020603050405020304" pitchFamily="18" charset="0"/>
              </a:rPr>
              <a:t>CIRCUIT DIAGRAM</a:t>
            </a:r>
          </a:p>
          <a:p>
            <a:r>
              <a:rPr lang="en-IN" dirty="0">
                <a:latin typeface="Times New Roman" panose="02020603050405020304" pitchFamily="18" charset="0"/>
                <a:cs typeface="Times New Roman" panose="02020603050405020304" pitchFamily="18" charset="0"/>
              </a:rPr>
              <a:t>COMPONENTS REQUIRED</a:t>
            </a:r>
          </a:p>
          <a:p>
            <a:r>
              <a:rPr lang="en-IN" dirty="0">
                <a:latin typeface="Times New Roman" panose="02020603050405020304" pitchFamily="18" charset="0"/>
                <a:cs typeface="Times New Roman" panose="02020603050405020304" pitchFamily="18" charset="0"/>
              </a:rPr>
              <a:t>RESULT</a:t>
            </a:r>
          </a:p>
          <a:p>
            <a:r>
              <a:rPr lang="en-IN" dirty="0">
                <a:latin typeface="Times New Roman" panose="02020603050405020304" pitchFamily="18" charset="0"/>
                <a:cs typeface="Times New Roman" panose="02020603050405020304" pitchFamily="18" charset="0"/>
              </a:rPr>
              <a:t>ADVANTAGES</a:t>
            </a:r>
          </a:p>
          <a:p>
            <a:r>
              <a:rPr lang="en-IN" dirty="0">
                <a:latin typeface="Times New Roman" panose="02020603050405020304" pitchFamily="18" charset="0"/>
                <a:cs typeface="Times New Roman" panose="02020603050405020304" pitchFamily="18" charset="0"/>
              </a:rPr>
              <a:t>APPLICATIONS</a:t>
            </a:r>
          </a:p>
          <a:p>
            <a:r>
              <a:rPr lang="en-IN" dirty="0">
                <a:latin typeface="Times New Roman" panose="02020603050405020304" pitchFamily="18" charset="0"/>
                <a:cs typeface="Times New Roman" panose="02020603050405020304" pitchFamily="18" charset="0"/>
              </a:rPr>
              <a:t>LIMITATIONS</a:t>
            </a:r>
          </a:p>
          <a:p>
            <a:r>
              <a:rPr lang="en-IN" dirty="0">
                <a:latin typeface="Times New Roman" panose="02020603050405020304" pitchFamily="18" charset="0"/>
                <a:cs typeface="Times New Roman" panose="02020603050405020304" pitchFamily="18" charset="0"/>
              </a:rPr>
              <a:t>FUTURE SCOPE</a:t>
            </a:r>
          </a:p>
          <a:p>
            <a:r>
              <a:rPr lang="en-IN" dirty="0">
                <a:latin typeface="Times New Roman" panose="02020603050405020304" pitchFamily="18" charset="0"/>
                <a:cs typeface="Times New Roman" panose="02020603050405020304" pitchFamily="18" charset="0"/>
              </a:rPr>
              <a:t>CONCLUSION</a:t>
            </a:r>
          </a:p>
          <a:p>
            <a:r>
              <a:rPr lang="en-IN" dirty="0">
                <a:latin typeface="Times New Roman" panose="02020603050405020304" pitchFamily="18" charset="0"/>
                <a:cs typeface="Times New Roman" panose="02020603050405020304" pitchFamily="18" charset="0"/>
              </a:rPr>
              <a:t>REFERENCE</a:t>
            </a:r>
          </a:p>
          <a:p>
            <a:pPr marL="0" indent="0">
              <a:buNone/>
            </a:pPr>
            <a:endParaRPr lang="en-IN" dirty="0">
              <a:latin typeface="Times New Roman" panose="02020603050405020304" pitchFamily="18" charset="0"/>
              <a:cs typeface="Times New Roman" panose="02020603050405020304" pitchFamily="18" charset="0"/>
            </a:endParaRPr>
          </a:p>
          <a:p>
            <a:endParaRPr lang="en-IN" dirty="0">
              <a:latin typeface="Times New Roman" panose="02020603050405020304" pitchFamily="18" charset="0"/>
              <a:cs typeface="Times New Roman" panose="02020603050405020304" pitchFamily="18" charset="0"/>
            </a:endParaRPr>
          </a:p>
        </p:txBody>
      </p:sp>
      <p:sp>
        <p:nvSpPr>
          <p:cNvPr id="21509" name="Slide Number Placeholder 6">
            <a:extLst>
              <a:ext uri="{FF2B5EF4-FFF2-40B4-BE49-F238E27FC236}">
                <a16:creationId xmlns:a16="http://schemas.microsoft.com/office/drawing/2014/main" id="{17650FFF-B496-17CD-8996-C86612C3AF44}"/>
              </a:ext>
            </a:extLst>
          </p:cNvPr>
          <p:cNvSpPr>
            <a:spLocks noGrp="1"/>
          </p:cNvSpPr>
          <p:nvPr>
            <p:ph type="sldNum" sz="quarter" idx="12"/>
          </p:nvPr>
        </p:nvSpPr>
        <p:spPr>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spcBef>
                <a:spcPts val="1000"/>
              </a:spcBef>
              <a:buClr>
                <a:schemeClr val="accent1"/>
              </a:buClr>
              <a:buFont typeface="Wingdings 3" panose="05040102010807070707" pitchFamily="18" charset="2"/>
              <a:buChar char=""/>
              <a:defRPr>
                <a:solidFill>
                  <a:srgbClr val="404040"/>
                </a:solidFill>
                <a:latin typeface="Century Gothic" panose="020B0502020202020204" pitchFamily="34" charset="0"/>
              </a:defRPr>
            </a:lvl1pPr>
            <a:lvl2pPr marL="742950" indent="-285750">
              <a:spcBef>
                <a:spcPts val="1000"/>
              </a:spcBef>
              <a:buClr>
                <a:schemeClr val="accent1"/>
              </a:buClr>
              <a:buFont typeface="Wingdings 3" panose="05040102010807070707" pitchFamily="18" charset="2"/>
              <a:buChar char=""/>
              <a:defRPr sz="1600">
                <a:solidFill>
                  <a:srgbClr val="404040"/>
                </a:solidFill>
                <a:latin typeface="Century Gothic" panose="020B0502020202020204" pitchFamily="34" charset="0"/>
              </a:defRPr>
            </a:lvl2pPr>
            <a:lvl3pPr marL="1143000" indent="-228600">
              <a:spcBef>
                <a:spcPts val="1000"/>
              </a:spcBef>
              <a:buClr>
                <a:schemeClr val="accent1"/>
              </a:buClr>
              <a:buFont typeface="Wingdings 3" panose="05040102010807070707" pitchFamily="18" charset="2"/>
              <a:buChar char=""/>
              <a:defRPr sz="1400">
                <a:solidFill>
                  <a:srgbClr val="404040"/>
                </a:solidFill>
                <a:latin typeface="Century Gothic" panose="020B0502020202020204" pitchFamily="34" charset="0"/>
              </a:defRPr>
            </a:lvl3pPr>
            <a:lvl4pPr marL="1600200" indent="-228600">
              <a:spcBef>
                <a:spcPts val="1000"/>
              </a:spcBef>
              <a:buClr>
                <a:schemeClr val="accent1"/>
              </a:buClr>
              <a:buFont typeface="Wingdings 3" panose="05040102010807070707" pitchFamily="18" charset="2"/>
              <a:buChar char=""/>
              <a:defRPr sz="1200">
                <a:solidFill>
                  <a:srgbClr val="404040"/>
                </a:solidFill>
                <a:latin typeface="Century Gothic" panose="020B0502020202020204" pitchFamily="34" charset="0"/>
              </a:defRPr>
            </a:lvl4pPr>
            <a:lvl5pPr marL="2057400" indent="-228600">
              <a:spcBef>
                <a:spcPts val="1000"/>
              </a:spcBef>
              <a:buClr>
                <a:schemeClr val="accent1"/>
              </a:buClr>
              <a:buFont typeface="Wingdings 3" panose="05040102010807070707" pitchFamily="18" charset="2"/>
              <a:buChar char=""/>
              <a:defRPr sz="1200">
                <a:solidFill>
                  <a:srgbClr val="404040"/>
                </a:solidFill>
                <a:latin typeface="Century Gothic" panose="020B0502020202020204" pitchFamily="34" charset="0"/>
              </a:defRPr>
            </a:lvl5pPr>
            <a:lvl6pPr marL="2514600" indent="-228600" defTabSz="457200" eaLnBrk="0" fontAlgn="base" hangingPunct="0">
              <a:spcBef>
                <a:spcPts val="1000"/>
              </a:spcBef>
              <a:spcAft>
                <a:spcPct val="0"/>
              </a:spcAft>
              <a:buClr>
                <a:schemeClr val="accent1"/>
              </a:buClr>
              <a:buFont typeface="Wingdings 3" panose="05040102010807070707" pitchFamily="18" charset="2"/>
              <a:buChar char=""/>
              <a:defRPr sz="1200">
                <a:solidFill>
                  <a:srgbClr val="404040"/>
                </a:solidFill>
                <a:latin typeface="Century Gothic" panose="020B0502020202020204" pitchFamily="34" charset="0"/>
              </a:defRPr>
            </a:lvl6pPr>
            <a:lvl7pPr marL="2971800" indent="-228600" defTabSz="457200" eaLnBrk="0" fontAlgn="base" hangingPunct="0">
              <a:spcBef>
                <a:spcPts val="1000"/>
              </a:spcBef>
              <a:spcAft>
                <a:spcPct val="0"/>
              </a:spcAft>
              <a:buClr>
                <a:schemeClr val="accent1"/>
              </a:buClr>
              <a:buFont typeface="Wingdings 3" panose="05040102010807070707" pitchFamily="18" charset="2"/>
              <a:buChar char=""/>
              <a:defRPr sz="1200">
                <a:solidFill>
                  <a:srgbClr val="404040"/>
                </a:solidFill>
                <a:latin typeface="Century Gothic" panose="020B0502020202020204" pitchFamily="34" charset="0"/>
              </a:defRPr>
            </a:lvl7pPr>
            <a:lvl8pPr marL="3429000" indent="-228600" defTabSz="457200" eaLnBrk="0" fontAlgn="base" hangingPunct="0">
              <a:spcBef>
                <a:spcPts val="1000"/>
              </a:spcBef>
              <a:spcAft>
                <a:spcPct val="0"/>
              </a:spcAft>
              <a:buClr>
                <a:schemeClr val="accent1"/>
              </a:buClr>
              <a:buFont typeface="Wingdings 3" panose="05040102010807070707" pitchFamily="18" charset="2"/>
              <a:buChar char=""/>
              <a:defRPr sz="1200">
                <a:solidFill>
                  <a:srgbClr val="404040"/>
                </a:solidFill>
                <a:latin typeface="Century Gothic" panose="020B0502020202020204" pitchFamily="34" charset="0"/>
              </a:defRPr>
            </a:lvl8pPr>
            <a:lvl9pPr marL="3886200" indent="-228600" defTabSz="457200" eaLnBrk="0" fontAlgn="base" hangingPunct="0">
              <a:spcBef>
                <a:spcPts val="1000"/>
              </a:spcBef>
              <a:spcAft>
                <a:spcPct val="0"/>
              </a:spcAft>
              <a:buClr>
                <a:schemeClr val="accent1"/>
              </a:buClr>
              <a:buFont typeface="Wingdings 3" panose="05040102010807070707" pitchFamily="18" charset="2"/>
              <a:buChar char=""/>
              <a:defRPr sz="1200">
                <a:solidFill>
                  <a:srgbClr val="404040"/>
                </a:solidFill>
                <a:latin typeface="Century Gothic" panose="020B0502020202020204" pitchFamily="34" charset="0"/>
              </a:defRPr>
            </a:lvl9pPr>
          </a:lstStyle>
          <a:p>
            <a:pPr>
              <a:spcBef>
                <a:spcPct val="0"/>
              </a:spcBef>
              <a:buClrTx/>
              <a:buFontTx/>
              <a:buNone/>
            </a:pPr>
            <a:r>
              <a:rPr lang="en-US" altLang="en-US">
                <a:solidFill>
                  <a:srgbClr val="FEFFFF"/>
                </a:solidFill>
              </a:rPr>
              <a:t>2</a:t>
            </a:r>
            <a:endParaRPr lang="en-IN" altLang="en-US" b="1">
              <a:solidFill>
                <a:schemeClr val="tx1"/>
              </a:solidFill>
            </a:endParaRPr>
          </a:p>
        </p:txBody>
      </p:sp>
    </p:spTree>
  </p:cSld>
  <p:clrMapOvr>
    <a:masterClrMapping/>
  </p:clrMapOvr>
  <p:timing>
    <p:tnLst>
      <p:par>
        <p:cTn id="1" dur="indefinite" restart="never" nodeType="tmRoot">
          <p:childTnLst>
            <p:seq concurrent="1" nextAc="seek">
              <p:cTn id="2" dur="indefinite" nodeType="mainSeq">
                <p:childTnLst>
                  <p:par>
                    <p:cTn id="3" fill="hold" nodeType="clickPar">
                      <p:stCondLst>
                        <p:cond delay="indefinite"/>
                        <p:cond evt="onBegin" delay="0">
                          <p:tn val="2"/>
                        </p:cond>
                      </p:stCondLst>
                      <p:childTnLst>
                        <p:par>
                          <p:cTn id="4" fill="hold" nodeType="withGroup">
                            <p:stCondLst>
                              <p:cond delay="0"/>
                            </p:stCondLst>
                            <p:childTnLst>
                              <p:par>
                                <p:cTn id="5" presetID="10" presetClass="entr" presetSubtype="0" fill="hold" nodeType="afterEffect">
                                  <p:stCondLst>
                                    <p:cond delay="0"/>
                                  </p:stCondLst>
                                  <p:childTnLst>
                                    <p:set>
                                      <p:cBhvr>
                                        <p:cTn id="6" dur="1" fill="hold">
                                          <p:stCondLst>
                                            <p:cond delay="0"/>
                                          </p:stCondLst>
                                        </p:cTn>
                                        <p:tgtEl>
                                          <p:spTgt spid="2"/>
                                        </p:tgtEl>
                                        <p:attrNameLst>
                                          <p:attrName>style.visibility</p:attrName>
                                        </p:attrNameLst>
                                      </p:cBhvr>
                                      <p:to>
                                        <p:strVal val="visible"/>
                                      </p:to>
                                    </p:set>
                                    <p:animEffect transition="in" filter="fade">
                                      <p:cBhvr>
                                        <p:cTn id="7" dur="500"/>
                                        <p:tgtEl>
                                          <p:spTgt spid="2"/>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2" grpId="0"/>
    </p:bldLst>
  </p:timing>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Box 1">
            <a:extLst>
              <a:ext uri="{FF2B5EF4-FFF2-40B4-BE49-F238E27FC236}">
                <a16:creationId xmlns:a16="http://schemas.microsoft.com/office/drawing/2014/main" id="{7080D15A-8E47-BFB7-2416-03E039925732}"/>
              </a:ext>
            </a:extLst>
          </p:cNvPr>
          <p:cNvSpPr txBox="1"/>
          <p:nvPr/>
        </p:nvSpPr>
        <p:spPr>
          <a:xfrm>
            <a:off x="778926" y="870908"/>
            <a:ext cx="9722820" cy="5324535"/>
          </a:xfrm>
          <a:prstGeom prst="rect">
            <a:avLst/>
          </a:prstGeom>
          <a:noFill/>
        </p:spPr>
        <p:txBody>
          <a:bodyPr wrap="square" rtlCol="0">
            <a:spAutoFit/>
          </a:bodyPr>
          <a:lstStyle/>
          <a:p>
            <a:pPr algn="just"/>
            <a:r>
              <a:rPr lang="en-US" sz="2400" b="1" dirty="0">
                <a:solidFill>
                  <a:schemeClr val="accent2">
                    <a:lumMod val="75000"/>
                  </a:schemeClr>
                </a:solidFill>
                <a:effectLst>
                  <a:outerShdw blurRad="38100" dist="38100" dir="2700000" algn="tl">
                    <a:srgbClr val="000000">
                      <a:alpha val="43137"/>
                    </a:srgbClr>
                  </a:outerShdw>
                </a:effectLst>
                <a:latin typeface="Times New Roman" panose="02020603050405020304" pitchFamily="18" charset="0"/>
                <a:ea typeface="Calibri" panose="020F0502020204030204" pitchFamily="34" charset="0"/>
                <a:cs typeface="Times New Roman" panose="02020603050405020304" pitchFamily="18" charset="0"/>
              </a:rPr>
              <a:t>INTRODUCTION</a:t>
            </a:r>
          </a:p>
          <a:p>
            <a:pPr algn="just"/>
            <a:endParaRPr lang="en-US" sz="2000" dirty="0"/>
          </a:p>
          <a:p>
            <a:pPr algn="just"/>
            <a:endParaRPr lang="en-US" sz="2000" dirty="0"/>
          </a:p>
          <a:p>
            <a:pPr marL="342900" indent="-342900" algn="just">
              <a:buFont typeface="Arial" panose="020B0604020202020204" pitchFamily="34" charset="0"/>
              <a:buChar char="•"/>
            </a:pPr>
            <a:r>
              <a:rPr lang="en-US" sz="2800" dirty="0">
                <a:latin typeface="Times New Roman" panose="02020603050405020304" pitchFamily="18" charset="0"/>
                <a:cs typeface="Times New Roman" panose="02020603050405020304" pitchFamily="18" charset="0"/>
              </a:rPr>
              <a:t>Temperature-based  fan speed controller is an intelligent system that adjusts motor speed based on the temperature readings.</a:t>
            </a:r>
          </a:p>
          <a:p>
            <a:pPr algn="just"/>
            <a:endParaRPr lang="en-US" sz="2800" dirty="0">
              <a:latin typeface="Times New Roman" panose="02020603050405020304" pitchFamily="18" charset="0"/>
              <a:cs typeface="Times New Roman" panose="02020603050405020304" pitchFamily="18" charset="0"/>
            </a:endParaRPr>
          </a:p>
          <a:p>
            <a:pPr marL="342900" indent="-342900" algn="just">
              <a:buFont typeface="Arial" panose="020B0604020202020204" pitchFamily="34" charset="0"/>
              <a:buChar char="•"/>
            </a:pPr>
            <a:r>
              <a:rPr lang="en-US" sz="2800" dirty="0">
                <a:latin typeface="Times New Roman" panose="02020603050405020304" pitchFamily="18" charset="0"/>
                <a:cs typeface="Times New Roman" panose="02020603050405020304" pitchFamily="18" charset="0"/>
              </a:rPr>
              <a:t>This project showcases the potential of Arduino in creating scalable and adaptable solutions for various applications.</a:t>
            </a:r>
          </a:p>
          <a:p>
            <a:pPr algn="just"/>
            <a:endParaRPr lang="en-US" sz="2800" dirty="0">
              <a:latin typeface="Times New Roman" panose="02020603050405020304" pitchFamily="18" charset="0"/>
              <a:cs typeface="Times New Roman" panose="02020603050405020304" pitchFamily="18" charset="0"/>
            </a:endParaRPr>
          </a:p>
          <a:p>
            <a:pPr marL="342900" indent="-342900" algn="just">
              <a:buFont typeface="Arial" panose="020B0604020202020204" pitchFamily="34" charset="0"/>
              <a:buChar char="•"/>
            </a:pPr>
            <a:r>
              <a:rPr lang="en-US" sz="2800" dirty="0">
                <a:latin typeface="Times New Roman" panose="02020603050405020304" pitchFamily="18" charset="0"/>
                <a:cs typeface="Times New Roman" panose="02020603050405020304" pitchFamily="18" charset="0"/>
              </a:rPr>
              <a:t>This project has far-reaching implications for industries such as HVAC, Robotics and automotive where precise temperature is crucial</a:t>
            </a:r>
          </a:p>
          <a:p>
            <a:pPr marL="342900" indent="-342900" algn="just">
              <a:buFont typeface="Arial" panose="020B0604020202020204" pitchFamily="34" charset="0"/>
              <a:buChar char="•"/>
            </a:pPr>
            <a:endParaRPr lang="en-US" sz="2400" dirty="0">
              <a:latin typeface="Times New Roman" panose="02020603050405020304" pitchFamily="18" charset="0"/>
              <a:cs typeface="Times New Roman" panose="02020603050405020304" pitchFamily="18" charset="0"/>
            </a:endParaRPr>
          </a:p>
        </p:txBody>
      </p:sp>
    </p:spTree>
    <p:extLst>
      <p:ext uri="{BB962C8B-B14F-4D97-AF65-F5344CB8AC3E}">
        <p14:creationId xmlns:p14="http://schemas.microsoft.com/office/powerpoint/2010/main" val="481693568"/>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aphicFrame>
        <p:nvGraphicFramePr>
          <p:cNvPr id="2" name="Table 4">
            <a:extLst>
              <a:ext uri="{FF2B5EF4-FFF2-40B4-BE49-F238E27FC236}">
                <a16:creationId xmlns:a16="http://schemas.microsoft.com/office/drawing/2014/main" id="{02105581-FE7B-94F7-2536-BF336977F63C}"/>
              </a:ext>
            </a:extLst>
          </p:cNvPr>
          <p:cNvGraphicFramePr>
            <a:graphicFrameLocks noGrp="1"/>
          </p:cNvGraphicFramePr>
          <p:nvPr>
            <p:extLst>
              <p:ext uri="{D42A27DB-BD31-4B8C-83A1-F6EECF244321}">
                <p14:modId xmlns:p14="http://schemas.microsoft.com/office/powerpoint/2010/main" val="3198848953"/>
              </p:ext>
            </p:extLst>
          </p:nvPr>
        </p:nvGraphicFramePr>
        <p:xfrm>
          <a:off x="113506" y="839673"/>
          <a:ext cx="11964988" cy="6212939"/>
        </p:xfrm>
        <a:graphic>
          <a:graphicData uri="http://schemas.openxmlformats.org/drawingml/2006/table">
            <a:tbl>
              <a:tblPr firstRow="1" bandRow="1">
                <a:tableStyleId>{5940675A-B579-460E-94D1-54222C63F5DA}</a:tableStyleId>
              </a:tblPr>
              <a:tblGrid>
                <a:gridCol w="631212">
                  <a:extLst>
                    <a:ext uri="{9D8B030D-6E8A-4147-A177-3AD203B41FA5}">
                      <a16:colId xmlns:a16="http://schemas.microsoft.com/office/drawing/2014/main" val="20000"/>
                    </a:ext>
                  </a:extLst>
                </a:gridCol>
                <a:gridCol w="3073138">
                  <a:extLst>
                    <a:ext uri="{9D8B030D-6E8A-4147-A177-3AD203B41FA5}">
                      <a16:colId xmlns:a16="http://schemas.microsoft.com/office/drawing/2014/main" val="20001"/>
                    </a:ext>
                  </a:extLst>
                </a:gridCol>
                <a:gridCol w="6043899">
                  <a:extLst>
                    <a:ext uri="{9D8B030D-6E8A-4147-A177-3AD203B41FA5}">
                      <a16:colId xmlns:a16="http://schemas.microsoft.com/office/drawing/2014/main" val="20002"/>
                    </a:ext>
                  </a:extLst>
                </a:gridCol>
                <a:gridCol w="2216739">
                  <a:extLst>
                    <a:ext uri="{9D8B030D-6E8A-4147-A177-3AD203B41FA5}">
                      <a16:colId xmlns:a16="http://schemas.microsoft.com/office/drawing/2014/main" val="20003"/>
                    </a:ext>
                  </a:extLst>
                </a:gridCol>
              </a:tblGrid>
              <a:tr h="1210916">
                <a:tc>
                  <a:txBody>
                    <a:bodyPr/>
                    <a:lstStyle/>
                    <a:p>
                      <a:pPr algn="ctr"/>
                      <a:r>
                        <a:rPr lang="en-IN" sz="1800" b="1" dirty="0">
                          <a:latin typeface="Times New Roman" panose="02020603050405020304" pitchFamily="18" charset="0"/>
                          <a:cs typeface="Times New Roman" panose="02020603050405020304" pitchFamily="18" charset="0"/>
                        </a:rPr>
                        <a:t>Sl.</a:t>
                      </a:r>
                    </a:p>
                    <a:p>
                      <a:pPr algn="ctr"/>
                      <a:r>
                        <a:rPr lang="en-IN" sz="1800" b="1" dirty="0">
                          <a:latin typeface="Times New Roman" panose="02020603050405020304" pitchFamily="18" charset="0"/>
                          <a:cs typeface="Times New Roman" panose="02020603050405020304" pitchFamily="18" charset="0"/>
                        </a:rPr>
                        <a:t>No</a:t>
                      </a:r>
                    </a:p>
                  </a:txBody>
                  <a:tcPr marL="91428" marR="91428" marT="45736" marB="45736"/>
                </a:tc>
                <a:tc>
                  <a:txBody>
                    <a:bodyPr/>
                    <a:lstStyle/>
                    <a:p>
                      <a:pPr algn="l"/>
                      <a:r>
                        <a:rPr lang="en-US" sz="1800" b="1" dirty="0">
                          <a:latin typeface="Times New Roman" panose="02020603050405020304" pitchFamily="18" charset="0"/>
                          <a:cs typeface="Times New Roman" panose="02020603050405020304" pitchFamily="18" charset="0"/>
                        </a:rPr>
                        <a:t>Author , Title, Publication Year </a:t>
                      </a:r>
                      <a:endParaRPr lang="en-IN" sz="1800" b="1" dirty="0">
                        <a:latin typeface="Times New Roman" panose="02020603050405020304" pitchFamily="18" charset="0"/>
                        <a:cs typeface="Times New Roman" panose="02020603050405020304" pitchFamily="18" charset="0"/>
                      </a:endParaRPr>
                    </a:p>
                  </a:txBody>
                  <a:tcPr marL="91428" marR="91428" marT="45736" marB="45736"/>
                </a:tc>
                <a:tc>
                  <a:txBody>
                    <a:bodyPr/>
                    <a:lstStyle/>
                    <a:p>
                      <a:pPr algn="ctr"/>
                      <a:r>
                        <a:rPr lang="en-US" sz="1800" b="1" dirty="0">
                          <a:latin typeface="Times New Roman" panose="02020603050405020304" pitchFamily="18" charset="0"/>
                          <a:cs typeface="Times New Roman" panose="02020603050405020304" pitchFamily="18" charset="0"/>
                        </a:rPr>
                        <a:t>Highlights</a:t>
                      </a:r>
                      <a:endParaRPr lang="en-IN" sz="1800" b="1" dirty="0">
                        <a:latin typeface="Times New Roman" panose="02020603050405020304" pitchFamily="18" charset="0"/>
                        <a:cs typeface="Times New Roman" panose="02020603050405020304" pitchFamily="18" charset="0"/>
                      </a:endParaRPr>
                    </a:p>
                  </a:txBody>
                  <a:tcPr marL="91428" marR="91428" marT="45736" marB="45736"/>
                </a:tc>
                <a:tc>
                  <a:txBody>
                    <a:bodyPr/>
                    <a:lstStyle/>
                    <a:p>
                      <a:pPr algn="ctr"/>
                      <a:r>
                        <a:rPr lang="en-IN" sz="1800" b="1" dirty="0">
                          <a:latin typeface="Times New Roman" panose="02020603050405020304" pitchFamily="18" charset="0"/>
                          <a:cs typeface="Times New Roman" panose="02020603050405020304" pitchFamily="18" charset="0"/>
                        </a:rPr>
                        <a:t>Limitations</a:t>
                      </a:r>
                    </a:p>
                  </a:txBody>
                  <a:tcPr marL="91428" marR="91428" marT="45736" marB="45736"/>
                </a:tc>
                <a:extLst>
                  <a:ext uri="{0D108BD9-81ED-4DB2-BD59-A6C34878D82A}">
                    <a16:rowId xmlns:a16="http://schemas.microsoft.com/office/drawing/2014/main" val="10000"/>
                  </a:ext>
                </a:extLst>
              </a:tr>
              <a:tr h="1908669">
                <a:tc>
                  <a:txBody>
                    <a:bodyPr/>
                    <a:lstStyle/>
                    <a:p>
                      <a:pPr algn="l">
                        <a:lnSpc>
                          <a:spcPct val="107000"/>
                        </a:lnSpc>
                        <a:spcAft>
                          <a:spcPts val="800"/>
                        </a:spcAft>
                      </a:pPr>
                      <a:r>
                        <a:rPr lang="en-US" sz="1800" b="0" dirty="0">
                          <a:effectLst/>
                          <a:latin typeface="Arial" panose="020B0604020202020204" pitchFamily="34" charset="0"/>
                          <a:ea typeface="Calibri" panose="020F0502020204030204" pitchFamily="34" charset="0"/>
                          <a:cs typeface="Arial" panose="020B0604020202020204" pitchFamily="34" charset="0"/>
                        </a:rPr>
                        <a:t>1</a:t>
                      </a:r>
                      <a:r>
                        <a:rPr lang="en-IN" sz="1800" b="0" dirty="0">
                          <a:effectLst/>
                          <a:latin typeface="Arial" panose="020B0604020202020204" pitchFamily="34" charset="0"/>
                          <a:ea typeface="Calibri" panose="020F0502020204030204" pitchFamily="34" charset="0"/>
                          <a:cs typeface="Arial" panose="020B0604020202020204" pitchFamily="34" charset="0"/>
                        </a:rPr>
                        <a:t>.</a:t>
                      </a:r>
                    </a:p>
                  </a:txBody>
                  <a:tcPr marL="114285" marR="114285" marT="0" marB="0"/>
                </a:tc>
                <a:tc>
                  <a:txBody>
                    <a:bodyPr/>
                    <a:lstStyle/>
                    <a:p>
                      <a:pPr marL="0" marR="0" lvl="0" indent="0" algn="just" defTabSz="457200" rtl="0" eaLnBrk="1" fontAlgn="auto" latinLnBrk="0" hangingPunct="1">
                        <a:lnSpc>
                          <a:spcPct val="100000"/>
                        </a:lnSpc>
                        <a:spcBef>
                          <a:spcPts val="0"/>
                        </a:spcBef>
                        <a:spcAft>
                          <a:spcPts val="0"/>
                        </a:spcAft>
                        <a:buClrTx/>
                        <a:buSzTx/>
                        <a:buFontTx/>
                        <a:buNone/>
                        <a:tabLst/>
                        <a:defRPr/>
                      </a:pPr>
                      <a:r>
                        <a:rPr lang="en-IN" sz="1800" dirty="0">
                          <a:latin typeface="Times New Roman" panose="02020603050405020304" pitchFamily="18" charset="0"/>
                          <a:cs typeface="Times New Roman" panose="02020603050405020304" pitchFamily="18" charset="0"/>
                        </a:rPr>
                        <a:t> </a:t>
                      </a:r>
                      <a:r>
                        <a:rPr lang="en-IN" sz="1800" dirty="0"/>
                        <a:t>K Sai Kumar, </a:t>
                      </a:r>
                      <a:r>
                        <a:rPr lang="en-IN" sz="1800" dirty="0" err="1"/>
                        <a:t>Sirolla</a:t>
                      </a:r>
                      <a:r>
                        <a:rPr lang="en-IN" sz="1800" dirty="0"/>
                        <a:t> Rajasekhar, Shaik Haseeb </a:t>
                      </a:r>
                      <a:r>
                        <a:rPr lang="en-IN" sz="1800" dirty="0" err="1"/>
                        <a:t>Tanveer,S</a:t>
                      </a:r>
                      <a:r>
                        <a:rPr lang="en-IN" sz="1800" dirty="0"/>
                        <a:t> Venkata Prasad Reddy, </a:t>
                      </a:r>
                      <a:r>
                        <a:rPr lang="en-IN" sz="1800" dirty="0" err="1"/>
                        <a:t>Valthati</a:t>
                      </a:r>
                      <a:r>
                        <a:rPr lang="en-IN" sz="1800" dirty="0"/>
                        <a:t> </a:t>
                      </a:r>
                      <a:r>
                        <a:rPr lang="en-IN" sz="1800" dirty="0" err="1"/>
                        <a:t>Allababu</a:t>
                      </a:r>
                      <a:r>
                        <a:rPr lang="en-IN" sz="1800" dirty="0"/>
                        <a:t>, Automatic temperature based fan controller,2023</a:t>
                      </a:r>
                      <a:endParaRPr lang="en-IN" sz="1800" b="0" dirty="0">
                        <a:effectLst/>
                        <a:latin typeface="Calibri" panose="020F0502020204030204" pitchFamily="34" charset="0"/>
                        <a:ea typeface="Calibri" panose="020F0502020204030204" pitchFamily="34" charset="0"/>
                        <a:cs typeface="Times New Roman" panose="02020603050405020304" pitchFamily="18" charset="0"/>
                      </a:endParaRPr>
                    </a:p>
                  </a:txBody>
                  <a:tcPr marL="91428" marR="91428" marT="45736" marB="45736"/>
                </a:tc>
                <a:tc>
                  <a:txBody>
                    <a:bodyPr/>
                    <a:lstStyle/>
                    <a:p>
                      <a:pPr algn="just"/>
                      <a:r>
                        <a:rPr lang="en-US" dirty="0">
                          <a:latin typeface="+mn-lt"/>
                          <a:cs typeface="Times New Roman" panose="02020603050405020304" pitchFamily="18" charset="0"/>
                        </a:rPr>
                        <a:t>In this work they have designed the temperature based speed controlled fan. The surrounding temperature is sensed by LM35 sensor the sensed signal is sent as voltage pulses to microcontroller ATMEGA 328P and converts into an electrical signal which is applied to micro controller. The micro controller on </a:t>
                      </a:r>
                      <a:r>
                        <a:rPr lang="en-US" dirty="0" err="1">
                          <a:latin typeface="+mn-lt"/>
                          <a:cs typeface="Times New Roman" panose="02020603050405020304" pitchFamily="18" charset="0"/>
                        </a:rPr>
                        <a:t>arduino</a:t>
                      </a:r>
                      <a:r>
                        <a:rPr lang="en-US" dirty="0">
                          <a:latin typeface="+mn-lt"/>
                          <a:cs typeface="Times New Roman" panose="02020603050405020304" pitchFamily="18" charset="0"/>
                        </a:rPr>
                        <a:t> drives the motor driver to control the fan. ESP8266 Wi-Fi module is interfaced with </a:t>
                      </a:r>
                      <a:r>
                        <a:rPr lang="en-US" dirty="0" err="1">
                          <a:latin typeface="+mn-lt"/>
                          <a:cs typeface="Times New Roman" panose="02020603050405020304" pitchFamily="18" charset="0"/>
                        </a:rPr>
                        <a:t>arduino</a:t>
                      </a:r>
                      <a:r>
                        <a:rPr lang="en-US" dirty="0">
                          <a:latin typeface="+mn-lt"/>
                          <a:cs typeface="Times New Roman" panose="02020603050405020304" pitchFamily="18" charset="0"/>
                        </a:rPr>
                        <a:t> by using UBIDOTS free cloud storage website it is possible to switch the fan using mobile phone or laptop.</a:t>
                      </a:r>
                      <a:endParaRPr lang="en-IN" sz="1800" dirty="0">
                        <a:latin typeface="+mn-lt"/>
                        <a:cs typeface="Times New Roman" panose="02020603050405020304" pitchFamily="18" charset="0"/>
                      </a:endParaRPr>
                    </a:p>
                  </a:txBody>
                  <a:tcPr marL="91428" marR="91428" marT="45736" marB="45736"/>
                </a:tc>
                <a:tc>
                  <a:txBody>
                    <a:bodyPr/>
                    <a:lstStyle/>
                    <a:p>
                      <a:r>
                        <a:rPr lang="en-IN" sz="1800" dirty="0">
                          <a:latin typeface="Times New Roman" panose="02020603050405020304" pitchFamily="18" charset="0"/>
                          <a:cs typeface="Times New Roman" panose="02020603050405020304" pitchFamily="18" charset="0"/>
                        </a:rPr>
                        <a:t>D</a:t>
                      </a:r>
                      <a:r>
                        <a:rPr lang="en-US" dirty="0" err="1"/>
                        <a:t>ue</a:t>
                      </a:r>
                      <a:r>
                        <a:rPr lang="en-US" dirty="0"/>
                        <a:t> to temperature variation, after sometimes its efficiency  decrease. </a:t>
                      </a:r>
                      <a:endParaRPr lang="en-IN" sz="1800" dirty="0">
                        <a:latin typeface="Times New Roman" panose="02020603050405020304" pitchFamily="18" charset="0"/>
                        <a:cs typeface="Times New Roman" panose="02020603050405020304" pitchFamily="18" charset="0"/>
                      </a:endParaRPr>
                    </a:p>
                  </a:txBody>
                  <a:tcPr marL="91428" marR="91428" marT="45736" marB="45736"/>
                </a:tc>
                <a:extLst>
                  <a:ext uri="{0D108BD9-81ED-4DB2-BD59-A6C34878D82A}">
                    <a16:rowId xmlns:a16="http://schemas.microsoft.com/office/drawing/2014/main" val="10001"/>
                  </a:ext>
                </a:extLst>
              </a:tr>
              <a:tr h="2441671">
                <a:tc>
                  <a:txBody>
                    <a:bodyPr/>
                    <a:lstStyle/>
                    <a:p>
                      <a:r>
                        <a:rPr lang="en-US" sz="1800" b="0" dirty="0">
                          <a:latin typeface="Arial" panose="020B0604020202020204" pitchFamily="34" charset="0"/>
                          <a:cs typeface="Arial" panose="020B0604020202020204" pitchFamily="34" charset="0"/>
                        </a:rPr>
                        <a:t>2</a:t>
                      </a:r>
                      <a:r>
                        <a:rPr lang="en-IN" sz="1800" b="0" dirty="0">
                          <a:latin typeface="Arial" panose="020B0604020202020204" pitchFamily="34" charset="0"/>
                          <a:cs typeface="Arial" panose="020B0604020202020204" pitchFamily="34" charset="0"/>
                        </a:rPr>
                        <a:t>.</a:t>
                      </a:r>
                    </a:p>
                  </a:txBody>
                  <a:tcPr marL="91428" marR="91428" marT="45736" marB="45736"/>
                </a:tc>
                <a:tc>
                  <a:txBody>
                    <a:bodyPr/>
                    <a:lstStyle/>
                    <a:p>
                      <a:r>
                        <a:rPr lang="en-IN" dirty="0" err="1"/>
                        <a:t>Shivshankar</a:t>
                      </a:r>
                      <a:r>
                        <a:rPr lang="en-IN" dirty="0"/>
                        <a:t> </a:t>
                      </a:r>
                      <a:r>
                        <a:rPr lang="en-IN" dirty="0" err="1"/>
                        <a:t>Adsule</a:t>
                      </a:r>
                      <a:r>
                        <a:rPr lang="en-IN" dirty="0"/>
                        <a:t> , Shivani Mohite , Rahul Patil , Namrata R. Dhawas,</a:t>
                      </a:r>
                      <a:r>
                        <a:rPr lang="en-US" dirty="0"/>
                        <a:t> Automatic Temperature Based Fan Speed Controller Using Arduino,2020</a:t>
                      </a:r>
                      <a:endParaRPr lang="en-IN" sz="1800" b="1" dirty="0">
                        <a:effectLst/>
                        <a:latin typeface="Calibri" panose="020F0502020204030204" pitchFamily="34" charset="0"/>
                        <a:ea typeface="Calibri" panose="020F0502020204030204" pitchFamily="34" charset="0"/>
                        <a:cs typeface="Times New Roman" panose="02020603050405020304" pitchFamily="18" charset="0"/>
                      </a:endParaRPr>
                    </a:p>
                    <a:p>
                      <a:endParaRPr lang="en-IN" sz="1800" dirty="0">
                        <a:latin typeface="Arial" panose="020B0604020202020204" pitchFamily="34" charset="0"/>
                        <a:cs typeface="Arial" panose="020B0604020202020204" pitchFamily="34" charset="0"/>
                      </a:endParaRPr>
                    </a:p>
                  </a:txBody>
                  <a:tcPr marL="91428" marR="91428" marT="45736" marB="45736"/>
                </a:tc>
                <a:tc>
                  <a:txBody>
                    <a:bodyPr/>
                    <a:lstStyle/>
                    <a:p>
                      <a:pPr algn="just"/>
                      <a:r>
                        <a:rPr lang="en-US" dirty="0"/>
                        <a:t>Temperature Based Fan Speed Control &amp; Monitoring With Arduino and LM35 Temperature Sensor. The microcontroller controls the speed of an electric fan according to the requirement &amp; allows dynamic and faster control and the LCD makes the system user-friendly. Sensed temperature in Celsius Scale and fan speed in percentage are simultaneously displayed on the LCD panel.</a:t>
                      </a:r>
                      <a:endParaRPr lang="en-IN" sz="1800" dirty="0">
                        <a:latin typeface="Times New Roman" panose="02020603050405020304" pitchFamily="18" charset="0"/>
                        <a:cs typeface="Times New Roman" panose="02020603050405020304" pitchFamily="18" charset="0"/>
                      </a:endParaRPr>
                    </a:p>
                  </a:txBody>
                  <a:tcPr marL="91428" marR="91428" marT="45736" marB="45736"/>
                </a:tc>
                <a:tc>
                  <a:txBody>
                    <a:bodyPr/>
                    <a:lstStyle/>
                    <a:p>
                      <a:r>
                        <a:rPr lang="en-IN" sz="1800" dirty="0">
                          <a:latin typeface="Times New Roman" panose="02020603050405020304" pitchFamily="18" charset="0"/>
                          <a:cs typeface="Times New Roman" panose="02020603050405020304" pitchFamily="18" charset="0"/>
                        </a:rPr>
                        <a:t>The model is expensive,   complex in design and not flexible</a:t>
                      </a:r>
                    </a:p>
                  </a:txBody>
                  <a:tcPr marL="91428" marR="91428" marT="45736" marB="45736"/>
                </a:tc>
                <a:extLst>
                  <a:ext uri="{0D108BD9-81ED-4DB2-BD59-A6C34878D82A}">
                    <a16:rowId xmlns:a16="http://schemas.microsoft.com/office/drawing/2014/main" val="10002"/>
                  </a:ext>
                </a:extLst>
              </a:tr>
            </a:tbl>
          </a:graphicData>
        </a:graphic>
      </p:graphicFrame>
      <p:sp>
        <p:nvSpPr>
          <p:cNvPr id="3" name="Title 1">
            <a:extLst>
              <a:ext uri="{FF2B5EF4-FFF2-40B4-BE49-F238E27FC236}">
                <a16:creationId xmlns:a16="http://schemas.microsoft.com/office/drawing/2014/main" id="{B0A7A485-F375-C256-D456-67167131CB94}"/>
              </a:ext>
            </a:extLst>
          </p:cNvPr>
          <p:cNvSpPr txBox="1">
            <a:spLocks/>
          </p:cNvSpPr>
          <p:nvPr/>
        </p:nvSpPr>
        <p:spPr>
          <a:xfrm>
            <a:off x="1545620" y="79708"/>
            <a:ext cx="8912225" cy="531812"/>
          </a:xfrm>
          <a:prstGeom prst="rect">
            <a:avLst/>
          </a:prstGeom>
        </p:spPr>
        <p:txBody>
          <a:bodyPr rtlCol="0">
            <a:noAutofit/>
          </a:bodyPr>
          <a:lstStyle>
            <a:lvl1pPr algn="l" defTabSz="914400" rtl="0" eaLnBrk="1" latinLnBrk="0" hangingPunct="1">
              <a:lnSpc>
                <a:spcPct val="90000"/>
              </a:lnSpc>
              <a:spcBef>
                <a:spcPct val="0"/>
              </a:spcBef>
              <a:buNone/>
              <a:defRPr sz="4400" kern="1200">
                <a:solidFill>
                  <a:schemeClr val="tx1"/>
                </a:solidFill>
                <a:latin typeface="+mj-lt"/>
                <a:ea typeface="+mj-ea"/>
                <a:cs typeface="+mj-cs"/>
              </a:defRPr>
            </a:lvl1pPr>
          </a:lstStyle>
          <a:p>
            <a:pPr algn="ctr">
              <a:defRPr/>
            </a:pPr>
            <a:r>
              <a:rPr lang="en-US" b="1" dirty="0">
                <a:solidFill>
                  <a:schemeClr val="accent2">
                    <a:lumMod val="75000"/>
                  </a:schemeClr>
                </a:solidFill>
                <a:effectLst>
                  <a:outerShdw blurRad="38100" dist="38100" dir="2700000" algn="tl">
                    <a:srgbClr val="000000">
                      <a:alpha val="43137"/>
                    </a:srgbClr>
                  </a:outerShdw>
                </a:effectLst>
                <a:latin typeface="Times New Roman" panose="02020603050405020304" pitchFamily="18" charset="0"/>
                <a:cs typeface="Times New Roman" panose="02020603050405020304" pitchFamily="18" charset="0"/>
              </a:rPr>
              <a:t>LITERATURE SURVEY</a:t>
            </a:r>
            <a:endParaRPr lang="en-IN" b="1" dirty="0">
              <a:solidFill>
                <a:schemeClr val="accent2">
                  <a:lumMod val="75000"/>
                </a:schemeClr>
              </a:solidFill>
              <a:effectLst>
                <a:outerShdw blurRad="38100" dist="38100" dir="2700000" algn="tl">
                  <a:srgbClr val="000000">
                    <a:alpha val="43137"/>
                  </a:srgbClr>
                </a:outerShdw>
              </a:effectLst>
              <a:latin typeface="Times New Roman" panose="02020603050405020304" pitchFamily="18" charset="0"/>
              <a:cs typeface="Times New Roman" panose="02020603050405020304" pitchFamily="18" charset="0"/>
            </a:endParaRPr>
          </a:p>
        </p:txBody>
      </p:sp>
    </p:spTree>
    <p:extLst>
      <p:ext uri="{BB962C8B-B14F-4D97-AF65-F5344CB8AC3E}">
        <p14:creationId xmlns:p14="http://schemas.microsoft.com/office/powerpoint/2010/main" val="21827726"/>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graphicFrame>
        <p:nvGraphicFramePr>
          <p:cNvPr id="3" name="Table 4">
            <a:extLst>
              <a:ext uri="{FF2B5EF4-FFF2-40B4-BE49-F238E27FC236}">
                <a16:creationId xmlns:a16="http://schemas.microsoft.com/office/drawing/2014/main" id="{73709B46-D4B8-6E01-FF3F-CA9342477D22}"/>
              </a:ext>
            </a:extLst>
          </p:cNvPr>
          <p:cNvGraphicFramePr>
            <a:graphicFrameLocks noGrp="1"/>
          </p:cNvGraphicFramePr>
          <p:nvPr>
            <p:extLst>
              <p:ext uri="{D42A27DB-BD31-4B8C-83A1-F6EECF244321}">
                <p14:modId xmlns:p14="http://schemas.microsoft.com/office/powerpoint/2010/main" val="4280542777"/>
              </p:ext>
            </p:extLst>
          </p:nvPr>
        </p:nvGraphicFramePr>
        <p:xfrm>
          <a:off x="113506" y="472028"/>
          <a:ext cx="11964988" cy="6268034"/>
        </p:xfrm>
        <a:graphic>
          <a:graphicData uri="http://schemas.openxmlformats.org/drawingml/2006/table">
            <a:tbl>
              <a:tblPr firstRow="1" bandRow="1">
                <a:tableStyleId>{5940675A-B579-460E-94D1-54222C63F5DA}</a:tableStyleId>
              </a:tblPr>
              <a:tblGrid>
                <a:gridCol w="631212">
                  <a:extLst>
                    <a:ext uri="{9D8B030D-6E8A-4147-A177-3AD203B41FA5}">
                      <a16:colId xmlns:a16="http://schemas.microsoft.com/office/drawing/2014/main" val="20000"/>
                    </a:ext>
                  </a:extLst>
                </a:gridCol>
                <a:gridCol w="3280527">
                  <a:extLst>
                    <a:ext uri="{9D8B030D-6E8A-4147-A177-3AD203B41FA5}">
                      <a16:colId xmlns:a16="http://schemas.microsoft.com/office/drawing/2014/main" val="20001"/>
                    </a:ext>
                  </a:extLst>
                </a:gridCol>
                <a:gridCol w="5703217">
                  <a:extLst>
                    <a:ext uri="{9D8B030D-6E8A-4147-A177-3AD203B41FA5}">
                      <a16:colId xmlns:a16="http://schemas.microsoft.com/office/drawing/2014/main" val="20002"/>
                    </a:ext>
                  </a:extLst>
                </a:gridCol>
                <a:gridCol w="2350032">
                  <a:extLst>
                    <a:ext uri="{9D8B030D-6E8A-4147-A177-3AD203B41FA5}">
                      <a16:colId xmlns:a16="http://schemas.microsoft.com/office/drawing/2014/main" val="20003"/>
                    </a:ext>
                  </a:extLst>
                </a:gridCol>
              </a:tblGrid>
              <a:tr h="1130529">
                <a:tc>
                  <a:txBody>
                    <a:bodyPr/>
                    <a:lstStyle/>
                    <a:p>
                      <a:pPr algn="ctr"/>
                      <a:r>
                        <a:rPr lang="en-IN" sz="1800" b="1" dirty="0">
                          <a:latin typeface="Times New Roman" panose="02020603050405020304" pitchFamily="18" charset="0"/>
                          <a:cs typeface="Times New Roman" panose="02020603050405020304" pitchFamily="18" charset="0"/>
                        </a:rPr>
                        <a:t>Sl.</a:t>
                      </a:r>
                    </a:p>
                    <a:p>
                      <a:pPr algn="ctr"/>
                      <a:r>
                        <a:rPr lang="en-IN" sz="1800" b="1" dirty="0">
                          <a:latin typeface="Times New Roman" panose="02020603050405020304" pitchFamily="18" charset="0"/>
                          <a:cs typeface="Times New Roman" panose="02020603050405020304" pitchFamily="18" charset="0"/>
                        </a:rPr>
                        <a:t>No</a:t>
                      </a:r>
                    </a:p>
                  </a:txBody>
                  <a:tcPr marL="91428" marR="91428" marT="45736" marB="45736"/>
                </a:tc>
                <a:tc>
                  <a:txBody>
                    <a:bodyPr/>
                    <a:lstStyle/>
                    <a:p>
                      <a:pPr algn="l"/>
                      <a:r>
                        <a:rPr lang="en-US" sz="1800" b="1" dirty="0">
                          <a:latin typeface="Times New Roman" panose="02020603050405020304" pitchFamily="18" charset="0"/>
                          <a:cs typeface="Times New Roman" panose="02020603050405020304" pitchFamily="18" charset="0"/>
                        </a:rPr>
                        <a:t>Author, Title, Publication Year </a:t>
                      </a:r>
                      <a:endParaRPr lang="en-IN" sz="1800" b="1" dirty="0">
                        <a:latin typeface="Times New Roman" panose="02020603050405020304" pitchFamily="18" charset="0"/>
                        <a:cs typeface="Times New Roman" panose="02020603050405020304" pitchFamily="18" charset="0"/>
                      </a:endParaRPr>
                    </a:p>
                  </a:txBody>
                  <a:tcPr marL="91428" marR="91428" marT="45736" marB="45736"/>
                </a:tc>
                <a:tc>
                  <a:txBody>
                    <a:bodyPr/>
                    <a:lstStyle/>
                    <a:p>
                      <a:pPr algn="ctr"/>
                      <a:r>
                        <a:rPr lang="en-US" sz="1800" b="1" dirty="0">
                          <a:latin typeface="Times New Roman" panose="02020603050405020304" pitchFamily="18" charset="0"/>
                          <a:cs typeface="Times New Roman" panose="02020603050405020304" pitchFamily="18" charset="0"/>
                        </a:rPr>
                        <a:t>Highlights</a:t>
                      </a:r>
                      <a:endParaRPr lang="en-IN" sz="1800" b="1" dirty="0">
                        <a:latin typeface="Times New Roman" panose="02020603050405020304" pitchFamily="18" charset="0"/>
                        <a:cs typeface="Times New Roman" panose="02020603050405020304" pitchFamily="18" charset="0"/>
                      </a:endParaRPr>
                    </a:p>
                  </a:txBody>
                  <a:tcPr marL="91428" marR="91428" marT="45736" marB="45736"/>
                </a:tc>
                <a:tc>
                  <a:txBody>
                    <a:bodyPr/>
                    <a:lstStyle/>
                    <a:p>
                      <a:pPr algn="ctr"/>
                      <a:r>
                        <a:rPr lang="en-IN" sz="1800" b="1" dirty="0">
                          <a:latin typeface="Times New Roman" panose="02020603050405020304" pitchFamily="18" charset="0"/>
                          <a:cs typeface="Times New Roman" panose="02020603050405020304" pitchFamily="18" charset="0"/>
                        </a:rPr>
                        <a:t>Limitations</a:t>
                      </a:r>
                    </a:p>
                  </a:txBody>
                  <a:tcPr marL="91428" marR="91428" marT="45736" marB="45736"/>
                </a:tc>
                <a:extLst>
                  <a:ext uri="{0D108BD9-81ED-4DB2-BD59-A6C34878D82A}">
                    <a16:rowId xmlns:a16="http://schemas.microsoft.com/office/drawing/2014/main" val="10000"/>
                  </a:ext>
                </a:extLst>
              </a:tr>
              <a:tr h="2412878">
                <a:tc>
                  <a:txBody>
                    <a:bodyPr/>
                    <a:lstStyle/>
                    <a:p>
                      <a:pPr algn="l">
                        <a:lnSpc>
                          <a:spcPct val="107000"/>
                        </a:lnSpc>
                        <a:spcAft>
                          <a:spcPts val="800"/>
                        </a:spcAft>
                      </a:pPr>
                      <a:r>
                        <a:rPr lang="en-US" sz="1800" b="0" dirty="0">
                          <a:effectLst/>
                          <a:latin typeface="Arial" panose="020B0604020202020204" pitchFamily="34" charset="0"/>
                          <a:ea typeface="Calibri" panose="020F0502020204030204" pitchFamily="34" charset="0"/>
                          <a:cs typeface="Arial" panose="020B0604020202020204" pitchFamily="34" charset="0"/>
                        </a:rPr>
                        <a:t>3</a:t>
                      </a:r>
                      <a:r>
                        <a:rPr lang="en-IN" sz="1800" b="0" dirty="0">
                          <a:effectLst/>
                          <a:latin typeface="Arial" panose="020B0604020202020204" pitchFamily="34" charset="0"/>
                          <a:ea typeface="Calibri" panose="020F0502020204030204" pitchFamily="34" charset="0"/>
                          <a:cs typeface="Arial" panose="020B0604020202020204" pitchFamily="34" charset="0"/>
                        </a:rPr>
                        <a:t>.</a:t>
                      </a:r>
                    </a:p>
                  </a:txBody>
                  <a:tcPr marL="114285" marR="114285" marT="0" marB="0"/>
                </a:tc>
                <a:tc>
                  <a:txBody>
                    <a:bodyPr/>
                    <a:lstStyle/>
                    <a:p>
                      <a:pPr marL="0" marR="0" lvl="0" indent="0" algn="l" defTabSz="457200" rtl="0" eaLnBrk="1" fontAlgn="auto" latinLnBrk="0" hangingPunct="1">
                        <a:lnSpc>
                          <a:spcPct val="100000"/>
                        </a:lnSpc>
                        <a:spcBef>
                          <a:spcPts val="0"/>
                        </a:spcBef>
                        <a:spcAft>
                          <a:spcPts val="0"/>
                        </a:spcAft>
                        <a:buClrTx/>
                        <a:buSzTx/>
                        <a:buFontTx/>
                        <a:buNone/>
                        <a:tabLst/>
                        <a:defRPr/>
                      </a:pPr>
                      <a:r>
                        <a:rPr lang="en-IN" dirty="0"/>
                        <a:t>Srinivas P , </a:t>
                      </a:r>
                      <a:r>
                        <a:rPr lang="en-IN" dirty="0" err="1"/>
                        <a:t>Kavinkumar</a:t>
                      </a:r>
                      <a:r>
                        <a:rPr lang="en-IN" dirty="0"/>
                        <a:t> B, Arun Venkat A , </a:t>
                      </a:r>
                      <a:r>
                        <a:rPr lang="en-IN" dirty="0" err="1"/>
                        <a:t>Dr.R.Senthil</a:t>
                      </a:r>
                      <a:r>
                        <a:rPr lang="en-IN" dirty="0"/>
                        <a:t> Kumar,</a:t>
                      </a:r>
                      <a:r>
                        <a:rPr lang="en-US" dirty="0"/>
                        <a:t> Temperature based Fan Speed Controller,2020</a:t>
                      </a:r>
                      <a:endParaRPr lang="en-IN" sz="1800" b="0" dirty="0">
                        <a:effectLst/>
                        <a:latin typeface="Calibri" panose="020F0502020204030204" pitchFamily="34" charset="0"/>
                        <a:ea typeface="Calibri" panose="020F0502020204030204" pitchFamily="34" charset="0"/>
                        <a:cs typeface="Times New Roman" panose="02020603050405020304" pitchFamily="18" charset="0"/>
                      </a:endParaRPr>
                    </a:p>
                  </a:txBody>
                  <a:tcPr marL="91428" marR="91428" marT="45736" marB="45736"/>
                </a:tc>
                <a:tc>
                  <a:txBody>
                    <a:bodyPr/>
                    <a:lstStyle/>
                    <a:p>
                      <a:pPr algn="just"/>
                      <a:r>
                        <a:rPr lang="en-US" dirty="0"/>
                        <a:t>In the proposed system itself said that it is designed to detect the temperature of the room and send that information to the Arduino UNO board. Then the Arduino UNO board carries out the contrast of current temperature and set temperature based on the inbuilt program of the Arduino that feed through us. The output obtained from the operation is given through the o/p port of an Arduino UNO board to the LCD display that connected with the board.</a:t>
                      </a:r>
                      <a:endParaRPr lang="en-IN" sz="1800" dirty="0">
                        <a:latin typeface="+mn-lt"/>
                        <a:cs typeface="Times New Roman" panose="02020603050405020304" pitchFamily="18" charset="0"/>
                      </a:endParaRPr>
                    </a:p>
                  </a:txBody>
                  <a:tcPr marL="91428" marR="91428" marT="45736" marB="45736"/>
                </a:tc>
                <a:tc>
                  <a:txBody>
                    <a:bodyPr/>
                    <a:lstStyle/>
                    <a:p>
                      <a:r>
                        <a:rPr lang="en-IN" sz="1800" dirty="0">
                          <a:latin typeface="Times New Roman" panose="02020603050405020304" pitchFamily="18" charset="0"/>
                          <a:cs typeface="Times New Roman" panose="02020603050405020304" pitchFamily="18" charset="0"/>
                        </a:rPr>
                        <a:t>Less efficiency , expensive and complex in design</a:t>
                      </a:r>
                    </a:p>
                  </a:txBody>
                  <a:tcPr marL="91428" marR="91428" marT="45736" marB="45736"/>
                </a:tc>
                <a:extLst>
                  <a:ext uri="{0D108BD9-81ED-4DB2-BD59-A6C34878D82A}">
                    <a16:rowId xmlns:a16="http://schemas.microsoft.com/office/drawing/2014/main" val="10001"/>
                  </a:ext>
                </a:extLst>
              </a:tr>
              <a:tr h="2577153">
                <a:tc>
                  <a:txBody>
                    <a:bodyPr/>
                    <a:lstStyle/>
                    <a:p>
                      <a:r>
                        <a:rPr lang="en-US" sz="1800" b="0" dirty="0">
                          <a:latin typeface="Arial" panose="020B0604020202020204" pitchFamily="34" charset="0"/>
                          <a:cs typeface="Arial" panose="020B0604020202020204" pitchFamily="34" charset="0"/>
                        </a:rPr>
                        <a:t>4</a:t>
                      </a:r>
                      <a:r>
                        <a:rPr lang="en-IN" sz="1800" b="0" dirty="0">
                          <a:latin typeface="Arial" panose="020B0604020202020204" pitchFamily="34" charset="0"/>
                          <a:cs typeface="Arial" panose="020B0604020202020204" pitchFamily="34" charset="0"/>
                        </a:rPr>
                        <a:t>.</a:t>
                      </a:r>
                    </a:p>
                  </a:txBody>
                  <a:tcPr marL="91428" marR="91428" marT="45736" marB="45736"/>
                </a:tc>
                <a:tc>
                  <a:txBody>
                    <a:bodyPr/>
                    <a:lstStyle/>
                    <a:p>
                      <a:r>
                        <a:rPr lang="en-IN" dirty="0" err="1"/>
                        <a:t>B.L.Tanmai,K.Rishitha,M.Padma</a:t>
                      </a:r>
                      <a:r>
                        <a:rPr lang="en-IN" dirty="0"/>
                        <a:t>,</a:t>
                      </a:r>
                    </a:p>
                    <a:p>
                      <a:r>
                        <a:rPr lang="en-IN" dirty="0" err="1"/>
                        <a:t>SK.Khamurunnisa</a:t>
                      </a:r>
                      <a:r>
                        <a:rPr lang="en-US" dirty="0"/>
                        <a:t>, Temperature controlled fan using</a:t>
                      </a:r>
                      <a:r>
                        <a:rPr lang="en-IN" dirty="0"/>
                        <a:t> </a:t>
                      </a:r>
                      <a:r>
                        <a:rPr lang="en-US" dirty="0"/>
                        <a:t>,2020</a:t>
                      </a:r>
                      <a:endParaRPr lang="en-IN" sz="1800" b="1" dirty="0">
                        <a:effectLst/>
                        <a:latin typeface="Calibri" panose="020F0502020204030204" pitchFamily="34" charset="0"/>
                        <a:ea typeface="Calibri" panose="020F0502020204030204" pitchFamily="34" charset="0"/>
                        <a:cs typeface="Times New Roman" panose="02020603050405020304" pitchFamily="18" charset="0"/>
                      </a:endParaRPr>
                    </a:p>
                    <a:p>
                      <a:endParaRPr lang="en-IN" sz="1800" dirty="0">
                        <a:latin typeface="Arial" panose="020B0604020202020204" pitchFamily="34" charset="0"/>
                        <a:cs typeface="Arial" panose="020B0604020202020204" pitchFamily="34" charset="0"/>
                      </a:endParaRPr>
                    </a:p>
                  </a:txBody>
                  <a:tcPr marL="91428" marR="91428" marT="45736" marB="45736"/>
                </a:tc>
                <a:tc>
                  <a:txBody>
                    <a:bodyPr/>
                    <a:lstStyle/>
                    <a:p>
                      <a:pPr algn="just"/>
                      <a:r>
                        <a:rPr lang="en-US" dirty="0"/>
                        <a:t>This paper presents the design and simulation of the fan speed control system using PWM technique based on the room temperature. A temperature sensor has been used to measure the temperature of the room and the speed of the fan is varied according to the room temperature using PWM technique</a:t>
                      </a:r>
                      <a:endParaRPr lang="en-IN" sz="1800" dirty="0">
                        <a:latin typeface="Times New Roman" panose="02020603050405020304" pitchFamily="18" charset="0"/>
                        <a:cs typeface="Times New Roman" panose="02020603050405020304" pitchFamily="18" charset="0"/>
                      </a:endParaRPr>
                    </a:p>
                  </a:txBody>
                  <a:tcPr marL="91428" marR="91428" marT="45736" marB="45736"/>
                </a:tc>
                <a:tc>
                  <a:txBody>
                    <a:bodyPr/>
                    <a:lstStyle/>
                    <a:p>
                      <a:r>
                        <a:rPr lang="en-IN" sz="1800" dirty="0">
                          <a:latin typeface="Times New Roman" panose="02020603050405020304" pitchFamily="18" charset="0"/>
                          <a:cs typeface="Times New Roman" panose="02020603050405020304" pitchFamily="18" charset="0"/>
                        </a:rPr>
                        <a:t>No monitoring of speed by LCD</a:t>
                      </a:r>
                    </a:p>
                    <a:p>
                      <a:r>
                        <a:rPr lang="en-IN" sz="1800" dirty="0">
                          <a:latin typeface="Times New Roman" panose="02020603050405020304" pitchFamily="18" charset="0"/>
                          <a:cs typeface="Times New Roman" panose="02020603050405020304" pitchFamily="18" charset="0"/>
                        </a:rPr>
                        <a:t>Not flexible and reliable</a:t>
                      </a:r>
                    </a:p>
                  </a:txBody>
                  <a:tcPr marL="91428" marR="91428" marT="45736" marB="45736"/>
                </a:tc>
                <a:extLst>
                  <a:ext uri="{0D108BD9-81ED-4DB2-BD59-A6C34878D82A}">
                    <a16:rowId xmlns:a16="http://schemas.microsoft.com/office/drawing/2014/main" val="10002"/>
                  </a:ext>
                </a:extLst>
              </a:tr>
            </a:tbl>
          </a:graphicData>
        </a:graphic>
      </p:graphicFrame>
    </p:spTree>
    <p:extLst>
      <p:ext uri="{BB962C8B-B14F-4D97-AF65-F5344CB8AC3E}">
        <p14:creationId xmlns:p14="http://schemas.microsoft.com/office/powerpoint/2010/main" val="452164457"/>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5E0D6B0F-3516-F759-3141-86B803F1E750}"/>
              </a:ext>
            </a:extLst>
          </p:cNvPr>
          <p:cNvSpPr>
            <a:spLocks noGrp="1"/>
          </p:cNvSpPr>
          <p:nvPr>
            <p:ph type="title"/>
          </p:nvPr>
        </p:nvSpPr>
        <p:spPr/>
        <p:txBody>
          <a:bodyPr/>
          <a:lstStyle/>
          <a:p>
            <a:r>
              <a:rPr lang="en-US" dirty="0">
                <a:solidFill>
                  <a:schemeClr val="accent2">
                    <a:lumMod val="75000"/>
                  </a:schemeClr>
                </a:solidFill>
                <a:latin typeface="Times New Roman" panose="02020603050405020304" pitchFamily="18" charset="0"/>
                <a:cs typeface="Times New Roman" panose="02020603050405020304" pitchFamily="18" charset="0"/>
              </a:rPr>
              <a:t>BLOCK DIAGRAM</a:t>
            </a:r>
            <a:endParaRPr lang="en-IN" dirty="0">
              <a:solidFill>
                <a:schemeClr val="accent2">
                  <a:lumMod val="75000"/>
                </a:schemeClr>
              </a:solidFill>
              <a:latin typeface="Times New Roman" panose="02020603050405020304" pitchFamily="18" charset="0"/>
              <a:cs typeface="Times New Roman" panose="02020603050405020304" pitchFamily="18" charset="0"/>
            </a:endParaRPr>
          </a:p>
        </p:txBody>
      </p:sp>
      <p:sp>
        <p:nvSpPr>
          <p:cNvPr id="4" name="Content Placeholder 3">
            <a:extLst>
              <a:ext uri="{FF2B5EF4-FFF2-40B4-BE49-F238E27FC236}">
                <a16:creationId xmlns:a16="http://schemas.microsoft.com/office/drawing/2014/main" id="{9A74B478-551A-F6AC-5008-1E86360DDAE6}"/>
              </a:ext>
            </a:extLst>
          </p:cNvPr>
          <p:cNvSpPr>
            <a:spLocks noGrp="1"/>
          </p:cNvSpPr>
          <p:nvPr>
            <p:ph sz="half" idx="2"/>
          </p:nvPr>
        </p:nvSpPr>
        <p:spPr>
          <a:xfrm>
            <a:off x="6070600" y="1705986"/>
            <a:ext cx="5283200" cy="4547466"/>
          </a:xfrm>
        </p:spPr>
        <p:txBody>
          <a:bodyPr>
            <a:normAutofit/>
          </a:bodyPr>
          <a:lstStyle/>
          <a:p>
            <a:pPr marL="0" indent="0">
              <a:buNone/>
            </a:pPr>
            <a:r>
              <a:rPr lang="en-US" sz="2200" dirty="0">
                <a:latin typeface="Times New Roman" panose="02020603050405020304" pitchFamily="18" charset="0"/>
                <a:cs typeface="Times New Roman" panose="02020603050405020304" pitchFamily="18" charset="0"/>
              </a:rPr>
              <a:t>WORKING: </a:t>
            </a:r>
          </a:p>
          <a:p>
            <a:pPr algn="just"/>
            <a:r>
              <a:rPr lang="en-US" sz="1900" dirty="0">
                <a:latin typeface="Times New Roman" panose="02020603050405020304" pitchFamily="18" charset="0"/>
                <a:cs typeface="Times New Roman" panose="02020603050405020304" pitchFamily="18" charset="0"/>
              </a:rPr>
              <a:t>The system uses a DS18B20 temperature sensor to measure the current temperature.</a:t>
            </a:r>
          </a:p>
          <a:p>
            <a:pPr algn="just"/>
            <a:r>
              <a:rPr lang="en-US" sz="1900" dirty="0">
                <a:latin typeface="Times New Roman" panose="02020603050405020304" pitchFamily="18" charset="0"/>
                <a:cs typeface="Times New Roman" panose="02020603050405020304" pitchFamily="18" charset="0"/>
              </a:rPr>
              <a:t>The Arduino UNO reads this temperature data. Based on the temperature, the Arduino controls a relay that adjusts the speed of a DC fan powered by a 12V power supply.</a:t>
            </a:r>
          </a:p>
          <a:p>
            <a:pPr algn="just"/>
            <a:r>
              <a:rPr lang="en-US" sz="1900" dirty="0">
                <a:latin typeface="Times New Roman" panose="02020603050405020304" pitchFamily="18" charset="0"/>
                <a:cs typeface="Times New Roman" panose="02020603050405020304" pitchFamily="18" charset="0"/>
              </a:rPr>
              <a:t>When the temperature rises, the Arduino tells the relay to speed up the fan to cool things down.</a:t>
            </a:r>
          </a:p>
          <a:p>
            <a:pPr algn="just"/>
            <a:r>
              <a:rPr lang="en-US" sz="1900" dirty="0">
                <a:latin typeface="Times New Roman" panose="02020603050405020304" pitchFamily="18" charset="0"/>
                <a:cs typeface="Times New Roman" panose="02020603050405020304" pitchFamily="18" charset="0"/>
              </a:rPr>
              <a:t> If the temperature drops, the relay slows down or stops the fan to save energy.</a:t>
            </a:r>
          </a:p>
          <a:p>
            <a:pPr algn="just"/>
            <a:r>
              <a:rPr lang="en-US" sz="1900" dirty="0">
                <a:latin typeface="Times New Roman" panose="02020603050405020304" pitchFamily="18" charset="0"/>
                <a:cs typeface="Times New Roman" panose="02020603050405020304" pitchFamily="18" charset="0"/>
              </a:rPr>
              <a:t> The current temperature is also displayed on an LCD screen so you can monitor it in real-time.</a:t>
            </a:r>
          </a:p>
          <a:p>
            <a:pPr marL="0" indent="0" algn="just">
              <a:buNone/>
            </a:pPr>
            <a:endParaRPr lang="en-US" dirty="0"/>
          </a:p>
        </p:txBody>
      </p:sp>
      <p:pic>
        <p:nvPicPr>
          <p:cNvPr id="7" name="Picture 6">
            <a:extLst>
              <a:ext uri="{FF2B5EF4-FFF2-40B4-BE49-F238E27FC236}">
                <a16:creationId xmlns:a16="http://schemas.microsoft.com/office/drawing/2014/main" id="{1BD2255E-3D06-76D1-D000-117E534F124C}"/>
              </a:ext>
            </a:extLst>
          </p:cNvPr>
          <p:cNvPicPr>
            <a:picLocks noChangeAspect="1"/>
          </p:cNvPicPr>
          <p:nvPr/>
        </p:nvPicPr>
        <p:blipFill>
          <a:blip r:embed="rId2"/>
          <a:stretch>
            <a:fillRect/>
          </a:stretch>
        </p:blipFill>
        <p:spPr>
          <a:xfrm>
            <a:off x="528783" y="1825625"/>
            <a:ext cx="5142344" cy="4194990"/>
          </a:xfrm>
          <a:prstGeom prst="rect">
            <a:avLst/>
          </a:prstGeom>
          <a:solidFill>
            <a:srgbClr val="FFFFFF">
              <a:shade val="85000"/>
            </a:srgbClr>
          </a:solidFill>
          <a:ln w="88900" cap="sq">
            <a:solidFill>
              <a:srgbClr val="FFFFFF"/>
            </a:solidFill>
            <a:miter lim="800000"/>
          </a:ln>
          <a:effectLst>
            <a:outerShdw blurRad="55000" dist="18000" dir="5400000" algn="tl" rotWithShape="0">
              <a:srgbClr val="000000">
                <a:alpha val="40000"/>
              </a:srgbClr>
            </a:outerShdw>
          </a:effectLst>
          <a:scene3d>
            <a:camera prst="orthographicFront"/>
            <a:lightRig rig="twoPt" dir="t">
              <a:rot lat="0" lon="0" rev="7200000"/>
            </a:lightRig>
          </a:scene3d>
          <a:sp3d>
            <a:bevelT w="25400" h="19050"/>
            <a:contourClr>
              <a:srgbClr val="FFFFFF"/>
            </a:contourClr>
          </a:sp3d>
        </p:spPr>
      </p:pic>
    </p:spTree>
    <p:extLst>
      <p:ext uri="{BB962C8B-B14F-4D97-AF65-F5344CB8AC3E}">
        <p14:creationId xmlns:p14="http://schemas.microsoft.com/office/powerpoint/2010/main" val="2640317156"/>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Title 4">
            <a:extLst>
              <a:ext uri="{FF2B5EF4-FFF2-40B4-BE49-F238E27FC236}">
                <a16:creationId xmlns:a16="http://schemas.microsoft.com/office/drawing/2014/main" id="{36F71640-8129-7B7B-01EF-FFE053111C5E}"/>
              </a:ext>
            </a:extLst>
          </p:cNvPr>
          <p:cNvSpPr>
            <a:spLocks noGrp="1"/>
          </p:cNvSpPr>
          <p:nvPr>
            <p:ph type="title"/>
          </p:nvPr>
        </p:nvSpPr>
        <p:spPr/>
        <p:txBody>
          <a:bodyPr/>
          <a:lstStyle/>
          <a:p>
            <a:r>
              <a:rPr lang="en-IN" dirty="0">
                <a:solidFill>
                  <a:schemeClr val="accent2">
                    <a:lumMod val="75000"/>
                  </a:schemeClr>
                </a:solidFill>
                <a:latin typeface="Times New Roman" panose="02020603050405020304" pitchFamily="18" charset="0"/>
                <a:cs typeface="Times New Roman" panose="02020603050405020304" pitchFamily="18" charset="0"/>
              </a:rPr>
              <a:t>CIRCUIT DIAGRAM:</a:t>
            </a:r>
          </a:p>
        </p:txBody>
      </p:sp>
      <p:pic>
        <p:nvPicPr>
          <p:cNvPr id="4" name="Content Placeholder 3">
            <a:extLst>
              <a:ext uri="{FF2B5EF4-FFF2-40B4-BE49-F238E27FC236}">
                <a16:creationId xmlns:a16="http://schemas.microsoft.com/office/drawing/2014/main" id="{39EE96C1-6B89-1573-0C57-9250358FD133}"/>
              </a:ext>
            </a:extLst>
          </p:cNvPr>
          <p:cNvPicPr>
            <a:picLocks noGrp="1" noChangeAspect="1"/>
          </p:cNvPicPr>
          <p:nvPr>
            <p:ph idx="1"/>
          </p:nvPr>
        </p:nvPicPr>
        <p:blipFill>
          <a:blip r:embed="rId2">
            <a:extLst>
              <a:ext uri="{28A0092B-C50C-407E-A947-70E740481C1C}">
                <a14:useLocalDpi xmlns:a14="http://schemas.microsoft.com/office/drawing/2010/main" val="0"/>
              </a:ext>
            </a:extLst>
          </a:blip>
          <a:srcRect/>
          <a:stretch>
            <a:fillRect/>
          </a:stretch>
        </p:blipFill>
        <p:spPr bwMode="auto">
          <a:xfrm>
            <a:off x="981512" y="1825625"/>
            <a:ext cx="9966121" cy="4351338"/>
          </a:xfrm>
          <a:prstGeom prst="rect">
            <a:avLst/>
          </a:prstGeom>
          <a:noFill/>
          <a:ln>
            <a:noFill/>
          </a:ln>
        </p:spPr>
      </p:pic>
    </p:spTree>
    <p:extLst>
      <p:ext uri="{BB962C8B-B14F-4D97-AF65-F5344CB8AC3E}">
        <p14:creationId xmlns:p14="http://schemas.microsoft.com/office/powerpoint/2010/main" val="4263162917"/>
      </p:ext>
    </p:extLst>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F4A32E4C-40C4-5190-4F2B-B798FA85E2EE}"/>
              </a:ext>
            </a:extLst>
          </p:cNvPr>
          <p:cNvSpPr>
            <a:spLocks noGrp="1"/>
          </p:cNvSpPr>
          <p:nvPr>
            <p:ph type="title"/>
          </p:nvPr>
        </p:nvSpPr>
        <p:spPr>
          <a:xfrm>
            <a:off x="248264" y="89822"/>
            <a:ext cx="10515600" cy="1325563"/>
          </a:xfrm>
        </p:spPr>
        <p:txBody>
          <a:bodyPr/>
          <a:lstStyle/>
          <a:p>
            <a:r>
              <a:rPr lang="en-IN" dirty="0">
                <a:solidFill>
                  <a:schemeClr val="accent2">
                    <a:lumMod val="75000"/>
                  </a:schemeClr>
                </a:solidFill>
                <a:latin typeface="Times New Roman" panose="02020603050405020304" pitchFamily="18" charset="0"/>
                <a:cs typeface="Times New Roman" panose="02020603050405020304" pitchFamily="18" charset="0"/>
              </a:rPr>
              <a:t>COMPONENTS:</a:t>
            </a:r>
          </a:p>
        </p:txBody>
      </p:sp>
      <p:pic>
        <p:nvPicPr>
          <p:cNvPr id="7" name="Content Placeholder 6">
            <a:extLst>
              <a:ext uri="{FF2B5EF4-FFF2-40B4-BE49-F238E27FC236}">
                <a16:creationId xmlns:a16="http://schemas.microsoft.com/office/drawing/2014/main" id="{D6EDC202-FFEB-D9CF-A938-1DA0355A5061}"/>
              </a:ext>
            </a:extLst>
          </p:cNvPr>
          <p:cNvPicPr>
            <a:picLocks noGrp="1" noChangeAspect="1"/>
          </p:cNvPicPr>
          <p:nvPr>
            <p:ph idx="1"/>
          </p:nvPr>
        </p:nvPicPr>
        <p:blipFill>
          <a:blip r:embed="rId2">
            <a:extLst>
              <a:ext uri="{28A0092B-C50C-407E-A947-70E740481C1C}">
                <a14:useLocalDpi xmlns:a14="http://schemas.microsoft.com/office/drawing/2010/main" val="0"/>
              </a:ext>
            </a:extLst>
          </a:blip>
          <a:stretch>
            <a:fillRect/>
          </a:stretch>
        </p:blipFill>
        <p:spPr>
          <a:xfrm>
            <a:off x="587196" y="1415385"/>
            <a:ext cx="3048306" cy="2598456"/>
          </a:xfrm>
        </p:spPr>
      </p:pic>
      <p:pic>
        <p:nvPicPr>
          <p:cNvPr id="9" name="Picture 8">
            <a:extLst>
              <a:ext uri="{FF2B5EF4-FFF2-40B4-BE49-F238E27FC236}">
                <a16:creationId xmlns:a16="http://schemas.microsoft.com/office/drawing/2014/main" id="{30845DCF-7962-1179-77BC-2B3B3901DC8D}"/>
              </a:ext>
            </a:extLst>
          </p:cNvPr>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4416245" y="1285863"/>
            <a:ext cx="2857500" cy="2857500"/>
          </a:xfrm>
          <a:prstGeom prst="rect">
            <a:avLst/>
          </a:prstGeom>
        </p:spPr>
      </p:pic>
      <p:pic>
        <p:nvPicPr>
          <p:cNvPr id="13" name="Picture 12">
            <a:extLst>
              <a:ext uri="{FF2B5EF4-FFF2-40B4-BE49-F238E27FC236}">
                <a16:creationId xmlns:a16="http://schemas.microsoft.com/office/drawing/2014/main" id="{E7A03B79-271C-8DA8-98E8-87C734CC0D88}"/>
              </a:ext>
            </a:extLst>
          </p:cNvPr>
          <p:cNvPicPr>
            <a:picLocks noChangeAspect="1"/>
          </p:cNvPicPr>
          <p:nvPr/>
        </p:nvPicPr>
        <p:blipFill>
          <a:blip r:embed="rId4">
            <a:extLst>
              <a:ext uri="{28A0092B-C50C-407E-A947-70E740481C1C}">
                <a14:useLocalDpi xmlns:a14="http://schemas.microsoft.com/office/drawing/2010/main" val="0"/>
              </a:ext>
            </a:extLst>
          </a:blip>
          <a:stretch>
            <a:fillRect/>
          </a:stretch>
        </p:blipFill>
        <p:spPr>
          <a:xfrm>
            <a:off x="8054488" y="1095056"/>
            <a:ext cx="3048307" cy="3048307"/>
          </a:xfrm>
          <a:prstGeom prst="rect">
            <a:avLst/>
          </a:prstGeom>
        </p:spPr>
      </p:pic>
      <p:pic>
        <p:nvPicPr>
          <p:cNvPr id="15" name="Picture 14">
            <a:extLst>
              <a:ext uri="{FF2B5EF4-FFF2-40B4-BE49-F238E27FC236}">
                <a16:creationId xmlns:a16="http://schemas.microsoft.com/office/drawing/2014/main" id="{1C8B3CEA-9A9F-81D1-454D-E7284F222955}"/>
              </a:ext>
            </a:extLst>
          </p:cNvPr>
          <p:cNvPicPr>
            <a:picLocks noChangeAspect="1"/>
          </p:cNvPicPr>
          <p:nvPr/>
        </p:nvPicPr>
        <p:blipFill>
          <a:blip r:embed="rId5">
            <a:extLst>
              <a:ext uri="{28A0092B-C50C-407E-A947-70E740481C1C}">
                <a14:useLocalDpi xmlns:a14="http://schemas.microsoft.com/office/drawing/2010/main" val="0"/>
              </a:ext>
            </a:extLst>
          </a:blip>
          <a:stretch>
            <a:fillRect/>
          </a:stretch>
        </p:blipFill>
        <p:spPr>
          <a:xfrm>
            <a:off x="533693" y="4013841"/>
            <a:ext cx="2362815" cy="2362815"/>
          </a:xfrm>
          <a:prstGeom prst="rect">
            <a:avLst/>
          </a:prstGeom>
        </p:spPr>
      </p:pic>
      <p:pic>
        <p:nvPicPr>
          <p:cNvPr id="19" name="Picture 18">
            <a:extLst>
              <a:ext uri="{FF2B5EF4-FFF2-40B4-BE49-F238E27FC236}">
                <a16:creationId xmlns:a16="http://schemas.microsoft.com/office/drawing/2014/main" id="{8F5B78DC-69A1-14A8-8E0D-C50168CEF587}"/>
              </a:ext>
            </a:extLst>
          </p:cNvPr>
          <p:cNvPicPr>
            <a:picLocks noChangeAspect="1"/>
          </p:cNvPicPr>
          <p:nvPr/>
        </p:nvPicPr>
        <p:blipFill>
          <a:blip r:embed="rId6">
            <a:extLst>
              <a:ext uri="{28A0092B-C50C-407E-A947-70E740481C1C}">
                <a14:useLocalDpi xmlns:a14="http://schemas.microsoft.com/office/drawing/2010/main" val="0"/>
              </a:ext>
            </a:extLst>
          </a:blip>
          <a:stretch>
            <a:fillRect/>
          </a:stretch>
        </p:blipFill>
        <p:spPr>
          <a:xfrm>
            <a:off x="4416245" y="4250209"/>
            <a:ext cx="2952135" cy="2178390"/>
          </a:xfrm>
          <a:prstGeom prst="rect">
            <a:avLst/>
          </a:prstGeom>
        </p:spPr>
      </p:pic>
      <p:pic>
        <p:nvPicPr>
          <p:cNvPr id="21" name="Picture 20">
            <a:extLst>
              <a:ext uri="{FF2B5EF4-FFF2-40B4-BE49-F238E27FC236}">
                <a16:creationId xmlns:a16="http://schemas.microsoft.com/office/drawing/2014/main" id="{A480728E-54BB-85D0-FC0E-6E27736DD47C}"/>
              </a:ext>
            </a:extLst>
          </p:cNvPr>
          <p:cNvPicPr>
            <a:picLocks noChangeAspect="1"/>
          </p:cNvPicPr>
          <p:nvPr/>
        </p:nvPicPr>
        <p:blipFill>
          <a:blip r:embed="rId7">
            <a:extLst>
              <a:ext uri="{28A0092B-C50C-407E-A947-70E740481C1C}">
                <a14:useLocalDpi xmlns:a14="http://schemas.microsoft.com/office/drawing/2010/main" val="0"/>
              </a:ext>
            </a:extLst>
          </a:blip>
          <a:stretch>
            <a:fillRect/>
          </a:stretch>
        </p:blipFill>
        <p:spPr>
          <a:xfrm>
            <a:off x="8509255" y="4203584"/>
            <a:ext cx="2493041" cy="2493041"/>
          </a:xfrm>
          <a:prstGeom prst="rect">
            <a:avLst/>
          </a:prstGeom>
        </p:spPr>
      </p:pic>
    </p:spTree>
    <p:extLst>
      <p:ext uri="{BB962C8B-B14F-4D97-AF65-F5344CB8AC3E}">
        <p14:creationId xmlns:p14="http://schemas.microsoft.com/office/powerpoint/2010/main" val="1608809999"/>
      </p:ext>
    </p:extLst>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14" name="Picture 13">
            <a:extLst>
              <a:ext uri="{FF2B5EF4-FFF2-40B4-BE49-F238E27FC236}">
                <a16:creationId xmlns:a16="http://schemas.microsoft.com/office/drawing/2014/main" id="{AB28A415-FC71-057F-9299-66B9A3F36789}"/>
              </a:ext>
            </a:extLst>
          </p:cNvPr>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416642" y="945126"/>
            <a:ext cx="2729681" cy="2729681"/>
          </a:xfrm>
          <a:prstGeom prst="rect">
            <a:avLst/>
          </a:prstGeom>
        </p:spPr>
      </p:pic>
      <p:sp>
        <p:nvSpPr>
          <p:cNvPr id="15" name="TextBox 14">
            <a:extLst>
              <a:ext uri="{FF2B5EF4-FFF2-40B4-BE49-F238E27FC236}">
                <a16:creationId xmlns:a16="http://schemas.microsoft.com/office/drawing/2014/main" id="{61C9A24A-954B-AC7B-2C25-832DEE75CB2C}"/>
              </a:ext>
            </a:extLst>
          </p:cNvPr>
          <p:cNvSpPr txBox="1"/>
          <p:nvPr/>
        </p:nvSpPr>
        <p:spPr>
          <a:xfrm>
            <a:off x="943848" y="760460"/>
            <a:ext cx="1749197" cy="369332"/>
          </a:xfrm>
          <a:prstGeom prst="rect">
            <a:avLst/>
          </a:prstGeom>
          <a:noFill/>
        </p:spPr>
        <p:txBody>
          <a:bodyPr wrap="none" rtlCol="0">
            <a:spAutoFit/>
          </a:bodyPr>
          <a:lstStyle/>
          <a:p>
            <a:r>
              <a:rPr lang="en-IN" dirty="0">
                <a:latin typeface="Times New Roman" panose="02020603050405020304" pitchFamily="18" charset="0"/>
                <a:cs typeface="Times New Roman" panose="02020603050405020304" pitchFamily="18" charset="0"/>
              </a:rPr>
              <a:t>1.Arduino UNO:</a:t>
            </a:r>
          </a:p>
        </p:txBody>
      </p:sp>
      <p:sp>
        <p:nvSpPr>
          <p:cNvPr id="20" name="TextBox 19">
            <a:extLst>
              <a:ext uri="{FF2B5EF4-FFF2-40B4-BE49-F238E27FC236}">
                <a16:creationId xmlns:a16="http://schemas.microsoft.com/office/drawing/2014/main" id="{70E8763E-8B8F-0D77-013A-AFACD67CF78D}"/>
              </a:ext>
            </a:extLst>
          </p:cNvPr>
          <p:cNvSpPr txBox="1"/>
          <p:nvPr/>
        </p:nvSpPr>
        <p:spPr>
          <a:xfrm>
            <a:off x="4045527" y="786581"/>
            <a:ext cx="7356205" cy="2308324"/>
          </a:xfrm>
          <a:prstGeom prst="rect">
            <a:avLst/>
          </a:prstGeom>
          <a:noFill/>
        </p:spPr>
        <p:txBody>
          <a:bodyPr wrap="square" rtlCol="0">
            <a:spAutoFit/>
          </a:bodyPr>
          <a:lstStyle/>
          <a:p>
            <a:pPr marL="285750" indent="-285750" algn="just">
              <a:buFont typeface="Arial" panose="020B0604020202020204" pitchFamily="34" charset="0"/>
              <a:buChar char="•"/>
            </a:pPr>
            <a:r>
              <a:rPr lang="en-US" dirty="0">
                <a:latin typeface="Times New Roman" panose="02020603050405020304" pitchFamily="18" charset="0"/>
                <a:cs typeface="Times New Roman" panose="02020603050405020304" pitchFamily="18" charset="0"/>
              </a:rPr>
              <a:t>Arduino UNO is a microcontroller board based on ATmega328P and it consist of 32 pins.</a:t>
            </a:r>
          </a:p>
          <a:p>
            <a:pPr marL="285750" indent="-285750" algn="just">
              <a:buFont typeface="Arial" panose="020B0604020202020204" pitchFamily="34" charset="0"/>
              <a:buChar char="•"/>
            </a:pPr>
            <a:r>
              <a:rPr lang="en-US" dirty="0">
                <a:latin typeface="Times New Roman" panose="02020603050405020304" pitchFamily="18" charset="0"/>
                <a:cs typeface="Times New Roman" panose="02020603050405020304" pitchFamily="18" charset="0"/>
              </a:rPr>
              <a:t>Arduino UNO is a low-cost, flexible, and easy-to-use programmable open-source microcontroller board that can be integrated into a variety of electronic projects. </a:t>
            </a:r>
          </a:p>
          <a:p>
            <a:pPr marL="285750" indent="-285750" algn="just">
              <a:buFont typeface="Arial" panose="020B0604020202020204" pitchFamily="34" charset="0"/>
              <a:buChar char="•"/>
            </a:pPr>
            <a:r>
              <a:rPr lang="en-US" dirty="0">
                <a:latin typeface="Times New Roman" panose="02020603050405020304" pitchFamily="18" charset="0"/>
                <a:cs typeface="Times New Roman" panose="02020603050405020304" pitchFamily="18" charset="0"/>
              </a:rPr>
              <a:t>This board can be interfaced with other Arduino boards, Arduino shields, Raspberry Pi boards and can control relays, LEDs, servos, and motors as an output.</a:t>
            </a:r>
            <a:endParaRPr lang="en-IN" dirty="0">
              <a:latin typeface="Times New Roman" panose="02020603050405020304" pitchFamily="18" charset="0"/>
              <a:cs typeface="Times New Roman" panose="02020603050405020304" pitchFamily="18" charset="0"/>
            </a:endParaRPr>
          </a:p>
        </p:txBody>
      </p:sp>
      <p:pic>
        <p:nvPicPr>
          <p:cNvPr id="22" name="Picture 21">
            <a:extLst>
              <a:ext uri="{FF2B5EF4-FFF2-40B4-BE49-F238E27FC236}">
                <a16:creationId xmlns:a16="http://schemas.microsoft.com/office/drawing/2014/main" id="{8EB20CDC-3CD1-3354-588B-64AF3A2C34CC}"/>
              </a:ext>
            </a:extLst>
          </p:cNvPr>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790268" y="4386681"/>
            <a:ext cx="2202473" cy="2202473"/>
          </a:xfrm>
          <a:prstGeom prst="rect">
            <a:avLst/>
          </a:prstGeom>
        </p:spPr>
      </p:pic>
      <p:sp>
        <p:nvSpPr>
          <p:cNvPr id="23" name="TextBox 22">
            <a:extLst>
              <a:ext uri="{FF2B5EF4-FFF2-40B4-BE49-F238E27FC236}">
                <a16:creationId xmlns:a16="http://schemas.microsoft.com/office/drawing/2014/main" id="{4DAAB284-CE6A-D379-EE00-29031647B2D6}"/>
              </a:ext>
            </a:extLst>
          </p:cNvPr>
          <p:cNvSpPr txBox="1"/>
          <p:nvPr/>
        </p:nvSpPr>
        <p:spPr>
          <a:xfrm>
            <a:off x="737605" y="3859473"/>
            <a:ext cx="2161682" cy="369332"/>
          </a:xfrm>
          <a:prstGeom prst="rect">
            <a:avLst/>
          </a:prstGeom>
          <a:noFill/>
        </p:spPr>
        <p:txBody>
          <a:bodyPr wrap="none" rtlCol="0">
            <a:spAutoFit/>
          </a:bodyPr>
          <a:lstStyle/>
          <a:p>
            <a:r>
              <a:rPr lang="en-IN" dirty="0">
                <a:latin typeface="Times New Roman" panose="02020603050405020304" pitchFamily="18" charset="0"/>
                <a:cs typeface="Times New Roman" panose="02020603050405020304" pitchFamily="18" charset="0"/>
              </a:rPr>
              <a:t>2.Power Supply 12V:</a:t>
            </a:r>
          </a:p>
        </p:txBody>
      </p:sp>
      <p:sp>
        <p:nvSpPr>
          <p:cNvPr id="24" name="TextBox 23">
            <a:extLst>
              <a:ext uri="{FF2B5EF4-FFF2-40B4-BE49-F238E27FC236}">
                <a16:creationId xmlns:a16="http://schemas.microsoft.com/office/drawing/2014/main" id="{07048755-DD7C-D8EA-51A8-C0D346E73D17}"/>
              </a:ext>
            </a:extLst>
          </p:cNvPr>
          <p:cNvSpPr txBox="1"/>
          <p:nvPr/>
        </p:nvSpPr>
        <p:spPr>
          <a:xfrm>
            <a:off x="4045526" y="4317094"/>
            <a:ext cx="7356206" cy="1477328"/>
          </a:xfrm>
          <a:prstGeom prst="rect">
            <a:avLst/>
          </a:prstGeom>
          <a:noFill/>
        </p:spPr>
        <p:txBody>
          <a:bodyPr wrap="square" rtlCol="0">
            <a:spAutoFit/>
          </a:bodyPr>
          <a:lstStyle/>
          <a:p>
            <a:pPr marL="285750" indent="-285750" algn="just">
              <a:buFont typeface="Arial" panose="020B0604020202020204" pitchFamily="34" charset="0"/>
              <a:buChar char="•"/>
            </a:pPr>
            <a:r>
              <a:rPr lang="en-US" dirty="0">
                <a:latin typeface="Times New Roman" panose="02020603050405020304" pitchFamily="18" charset="0"/>
                <a:cs typeface="Times New Roman" panose="02020603050405020304" pitchFamily="18" charset="0"/>
              </a:rPr>
              <a:t>A power supply is an electronic device that provides a constant and stable output voltage regardless of variations in input voltage or load conditions. </a:t>
            </a:r>
          </a:p>
          <a:p>
            <a:pPr marL="285750" indent="-285750" algn="just">
              <a:buFont typeface="Arial" panose="020B0604020202020204" pitchFamily="34" charset="0"/>
              <a:buChar char="•"/>
            </a:pPr>
            <a:r>
              <a:rPr lang="en-US" dirty="0">
                <a:latin typeface="Times New Roman" panose="02020603050405020304" pitchFamily="18" charset="0"/>
                <a:cs typeface="Times New Roman" panose="02020603050405020304" pitchFamily="18" charset="0"/>
              </a:rPr>
              <a:t>It is designed to maintain a steady voltage level, ensuring that electronic components and systems operate reliably and within their specified parameters.</a:t>
            </a:r>
          </a:p>
        </p:txBody>
      </p:sp>
    </p:spTree>
    <p:extLst>
      <p:ext uri="{BB962C8B-B14F-4D97-AF65-F5344CB8AC3E}">
        <p14:creationId xmlns:p14="http://schemas.microsoft.com/office/powerpoint/2010/main" val="137138590"/>
      </p:ext>
    </p:extLst>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5" name="Picture 4">
            <a:extLst>
              <a:ext uri="{FF2B5EF4-FFF2-40B4-BE49-F238E27FC236}">
                <a16:creationId xmlns:a16="http://schemas.microsoft.com/office/drawing/2014/main" id="{5F91C06B-0AF0-D053-A882-261C6F105DDF}"/>
              </a:ext>
            </a:extLst>
          </p:cNvPr>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422478" y="792726"/>
            <a:ext cx="2763174" cy="1287404"/>
          </a:xfrm>
          <a:prstGeom prst="rect">
            <a:avLst/>
          </a:prstGeom>
        </p:spPr>
      </p:pic>
      <p:sp>
        <p:nvSpPr>
          <p:cNvPr id="6" name="TextBox 5">
            <a:extLst>
              <a:ext uri="{FF2B5EF4-FFF2-40B4-BE49-F238E27FC236}">
                <a16:creationId xmlns:a16="http://schemas.microsoft.com/office/drawing/2014/main" id="{5521073C-08A8-3F4D-F46A-870B1DAEE17B}"/>
              </a:ext>
            </a:extLst>
          </p:cNvPr>
          <p:cNvSpPr txBox="1"/>
          <p:nvPr/>
        </p:nvSpPr>
        <p:spPr>
          <a:xfrm>
            <a:off x="1102591" y="470055"/>
            <a:ext cx="1402948" cy="369332"/>
          </a:xfrm>
          <a:prstGeom prst="rect">
            <a:avLst/>
          </a:prstGeom>
          <a:noFill/>
        </p:spPr>
        <p:txBody>
          <a:bodyPr wrap="none" rtlCol="0">
            <a:spAutoFit/>
          </a:bodyPr>
          <a:lstStyle/>
          <a:p>
            <a:pPr algn="ctr"/>
            <a:r>
              <a:rPr lang="en-IN" dirty="0">
                <a:latin typeface="Times New Roman" panose="02020603050405020304" pitchFamily="18" charset="0"/>
                <a:cs typeface="Times New Roman" panose="02020603050405020304" pitchFamily="18" charset="0"/>
              </a:rPr>
              <a:t>3.16x2 LCD:</a:t>
            </a:r>
          </a:p>
        </p:txBody>
      </p:sp>
      <p:sp>
        <p:nvSpPr>
          <p:cNvPr id="7" name="TextBox 6">
            <a:extLst>
              <a:ext uri="{FF2B5EF4-FFF2-40B4-BE49-F238E27FC236}">
                <a16:creationId xmlns:a16="http://schemas.microsoft.com/office/drawing/2014/main" id="{FCE5F7B6-3DD1-503E-3DAD-6B5E1A0C667B}"/>
              </a:ext>
            </a:extLst>
          </p:cNvPr>
          <p:cNvSpPr txBox="1"/>
          <p:nvPr/>
        </p:nvSpPr>
        <p:spPr>
          <a:xfrm>
            <a:off x="4335815" y="924232"/>
            <a:ext cx="6996141" cy="1200329"/>
          </a:xfrm>
          <a:prstGeom prst="rect">
            <a:avLst/>
          </a:prstGeom>
          <a:noFill/>
        </p:spPr>
        <p:txBody>
          <a:bodyPr wrap="square" rtlCol="0">
            <a:spAutoFit/>
          </a:bodyPr>
          <a:lstStyle/>
          <a:p>
            <a:pPr marL="285750" indent="-285750" algn="just">
              <a:buFont typeface="Arial" panose="020B0604020202020204" pitchFamily="34" charset="0"/>
              <a:buChar char="•"/>
            </a:pPr>
            <a:r>
              <a:rPr lang="en-US" dirty="0">
                <a:latin typeface="Times New Roman" panose="02020603050405020304" pitchFamily="18" charset="0"/>
                <a:cs typeface="Times New Roman" panose="02020603050405020304" pitchFamily="18" charset="0"/>
              </a:rPr>
              <a:t>A 16x2 LCD (Liquid Crystal Display) is a popular display module commonly used in embedded systems for displaying alphanumeric characters. </a:t>
            </a:r>
          </a:p>
          <a:p>
            <a:pPr marL="285750" indent="-285750" algn="just">
              <a:buFont typeface="Arial" panose="020B0604020202020204" pitchFamily="34" charset="0"/>
              <a:buChar char="•"/>
            </a:pPr>
            <a:r>
              <a:rPr lang="en-US" dirty="0">
                <a:latin typeface="Times New Roman" panose="02020603050405020304" pitchFamily="18" charset="0"/>
                <a:cs typeface="Times New Roman" panose="02020603050405020304" pitchFamily="18" charset="0"/>
              </a:rPr>
              <a:t>It comprises two lines, each capable of displaying 16 characters.</a:t>
            </a:r>
            <a:endParaRPr lang="en-IN" dirty="0">
              <a:latin typeface="Times New Roman" panose="02020603050405020304" pitchFamily="18" charset="0"/>
              <a:cs typeface="Times New Roman" panose="02020603050405020304" pitchFamily="18" charset="0"/>
            </a:endParaRPr>
          </a:p>
        </p:txBody>
      </p:sp>
      <p:pic>
        <p:nvPicPr>
          <p:cNvPr id="13" name="Picture 12">
            <a:extLst>
              <a:ext uri="{FF2B5EF4-FFF2-40B4-BE49-F238E27FC236}">
                <a16:creationId xmlns:a16="http://schemas.microsoft.com/office/drawing/2014/main" id="{C52A8EE6-1F6B-229C-2873-97AFE0B00204}"/>
              </a:ext>
            </a:extLst>
          </p:cNvPr>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668285" y="3019641"/>
            <a:ext cx="2386857" cy="1666027"/>
          </a:xfrm>
          <a:prstGeom prst="rect">
            <a:avLst/>
          </a:prstGeom>
        </p:spPr>
      </p:pic>
      <p:sp>
        <p:nvSpPr>
          <p:cNvPr id="14" name="TextBox 13">
            <a:extLst>
              <a:ext uri="{FF2B5EF4-FFF2-40B4-BE49-F238E27FC236}">
                <a16:creationId xmlns:a16="http://schemas.microsoft.com/office/drawing/2014/main" id="{7E3C32CC-4DF2-2D57-A251-4C002111753C}"/>
              </a:ext>
            </a:extLst>
          </p:cNvPr>
          <p:cNvSpPr txBox="1"/>
          <p:nvPr/>
        </p:nvSpPr>
        <p:spPr>
          <a:xfrm>
            <a:off x="776223" y="2373310"/>
            <a:ext cx="2460930" cy="646331"/>
          </a:xfrm>
          <a:prstGeom prst="rect">
            <a:avLst/>
          </a:prstGeom>
          <a:noFill/>
        </p:spPr>
        <p:txBody>
          <a:bodyPr wrap="none" rtlCol="0">
            <a:spAutoFit/>
          </a:bodyPr>
          <a:lstStyle/>
          <a:p>
            <a:pPr algn="ctr"/>
            <a:r>
              <a:rPr lang="en-IN" dirty="0">
                <a:latin typeface="Times New Roman" panose="02020603050405020304" pitchFamily="18" charset="0"/>
                <a:cs typeface="Times New Roman" panose="02020603050405020304" pitchFamily="18" charset="0"/>
              </a:rPr>
              <a:t>4.DS18B20(Single wire </a:t>
            </a:r>
          </a:p>
          <a:p>
            <a:pPr algn="ctr"/>
            <a:r>
              <a:rPr lang="en-IN" dirty="0">
                <a:latin typeface="Times New Roman" panose="02020603050405020304" pitchFamily="18" charset="0"/>
                <a:cs typeface="Times New Roman" panose="02020603050405020304" pitchFamily="18" charset="0"/>
              </a:rPr>
              <a:t>temperature sensor):</a:t>
            </a:r>
          </a:p>
        </p:txBody>
      </p:sp>
      <p:sp>
        <p:nvSpPr>
          <p:cNvPr id="15" name="TextBox 14">
            <a:extLst>
              <a:ext uri="{FF2B5EF4-FFF2-40B4-BE49-F238E27FC236}">
                <a16:creationId xmlns:a16="http://schemas.microsoft.com/office/drawing/2014/main" id="{2E9CE588-7EF0-EAA5-872F-1001703FC439}"/>
              </a:ext>
            </a:extLst>
          </p:cNvPr>
          <p:cNvSpPr txBox="1"/>
          <p:nvPr/>
        </p:nvSpPr>
        <p:spPr>
          <a:xfrm>
            <a:off x="4335815" y="3045082"/>
            <a:ext cx="6996141" cy="1477328"/>
          </a:xfrm>
          <a:prstGeom prst="rect">
            <a:avLst/>
          </a:prstGeom>
          <a:noFill/>
        </p:spPr>
        <p:txBody>
          <a:bodyPr wrap="square" rtlCol="0">
            <a:spAutoFit/>
          </a:bodyPr>
          <a:lstStyle/>
          <a:p>
            <a:pPr marL="285750" indent="-285750" algn="just">
              <a:buFont typeface="Arial" panose="020B0604020202020204" pitchFamily="34" charset="0"/>
              <a:buChar char="•"/>
            </a:pPr>
            <a:r>
              <a:rPr lang="en-IN" sz="1800" dirty="0">
                <a:solidFill>
                  <a:srgbClr val="000000"/>
                </a:solidFill>
                <a:effectLst/>
                <a:latin typeface="Times New Roman" panose="02020603050405020304" pitchFamily="18" charset="0"/>
                <a:ea typeface="Times New Roman" panose="02020603050405020304" pitchFamily="18" charset="0"/>
              </a:rPr>
              <a:t>The 1-Wire DS18B20 Digital Temperature Sensor is a widely used device for precise temperature measurement. </a:t>
            </a:r>
          </a:p>
          <a:p>
            <a:pPr marL="285750" indent="-285750" algn="just">
              <a:buFont typeface="Arial" panose="020B0604020202020204" pitchFamily="34" charset="0"/>
              <a:buChar char="•"/>
            </a:pPr>
            <a:r>
              <a:rPr lang="en-IN" sz="1800" dirty="0">
                <a:solidFill>
                  <a:srgbClr val="000000"/>
                </a:solidFill>
                <a:effectLst/>
                <a:latin typeface="Times New Roman" panose="02020603050405020304" pitchFamily="18" charset="0"/>
                <a:ea typeface="Times New Roman" panose="02020603050405020304" pitchFamily="18" charset="0"/>
              </a:rPr>
              <a:t>This sensor communicates over a single data line, simplifying wiring and reducing the number of pins needed on microcontrollers. </a:t>
            </a:r>
          </a:p>
          <a:p>
            <a:pPr marL="285750" indent="-285750" algn="just">
              <a:buFont typeface="Arial" panose="020B0604020202020204" pitchFamily="34" charset="0"/>
              <a:buChar char="•"/>
            </a:pPr>
            <a:r>
              <a:rPr lang="en-IN" sz="1800" dirty="0">
                <a:solidFill>
                  <a:srgbClr val="000000"/>
                </a:solidFill>
                <a:effectLst/>
                <a:latin typeface="Times New Roman" panose="02020603050405020304" pitchFamily="18" charset="0"/>
                <a:ea typeface="Times New Roman" panose="02020603050405020304" pitchFamily="18" charset="0"/>
              </a:rPr>
              <a:t>The DS18B20 offers a temperature range from -55°C to +125°C .</a:t>
            </a:r>
            <a:endParaRPr lang="en-IN" dirty="0"/>
          </a:p>
        </p:txBody>
      </p:sp>
      <p:pic>
        <p:nvPicPr>
          <p:cNvPr id="17" name="Picture 16">
            <a:extLst>
              <a:ext uri="{FF2B5EF4-FFF2-40B4-BE49-F238E27FC236}">
                <a16:creationId xmlns:a16="http://schemas.microsoft.com/office/drawing/2014/main" id="{609DB676-F7A1-D490-21AE-837AE71922F2}"/>
              </a:ext>
            </a:extLst>
          </p:cNvPr>
          <p:cNvPicPr>
            <a:picLocks noChangeAspect="1"/>
          </p:cNvPicPr>
          <p:nvPr/>
        </p:nvPicPr>
        <p:blipFill>
          <a:blip r:embed="rId4">
            <a:extLst>
              <a:ext uri="{28A0092B-C50C-407E-A947-70E740481C1C}">
                <a14:useLocalDpi xmlns:a14="http://schemas.microsoft.com/office/drawing/2010/main" val="0"/>
              </a:ext>
            </a:extLst>
          </a:blip>
          <a:stretch>
            <a:fillRect/>
          </a:stretch>
        </p:blipFill>
        <p:spPr>
          <a:xfrm>
            <a:off x="668285" y="4971406"/>
            <a:ext cx="2556696" cy="1886594"/>
          </a:xfrm>
          <a:prstGeom prst="rect">
            <a:avLst/>
          </a:prstGeom>
        </p:spPr>
      </p:pic>
      <p:sp>
        <p:nvSpPr>
          <p:cNvPr id="18" name="TextBox 17">
            <a:extLst>
              <a:ext uri="{FF2B5EF4-FFF2-40B4-BE49-F238E27FC236}">
                <a16:creationId xmlns:a16="http://schemas.microsoft.com/office/drawing/2014/main" id="{39408A37-DB5E-55A0-D9EF-50D6FC7D4C7E}"/>
              </a:ext>
            </a:extLst>
          </p:cNvPr>
          <p:cNvSpPr txBox="1"/>
          <p:nvPr/>
        </p:nvSpPr>
        <p:spPr>
          <a:xfrm>
            <a:off x="1323805" y="4685668"/>
            <a:ext cx="960519" cy="369332"/>
          </a:xfrm>
          <a:prstGeom prst="rect">
            <a:avLst/>
          </a:prstGeom>
          <a:noFill/>
        </p:spPr>
        <p:txBody>
          <a:bodyPr wrap="none" rtlCol="0">
            <a:spAutoFit/>
          </a:bodyPr>
          <a:lstStyle/>
          <a:p>
            <a:pPr algn="just"/>
            <a:r>
              <a:rPr lang="en-IN" dirty="0">
                <a:latin typeface="Times New Roman" panose="02020603050405020304" pitchFamily="18" charset="0"/>
                <a:cs typeface="Times New Roman" panose="02020603050405020304" pitchFamily="18" charset="0"/>
              </a:rPr>
              <a:t>5.Relay:</a:t>
            </a:r>
          </a:p>
        </p:txBody>
      </p:sp>
      <p:sp>
        <p:nvSpPr>
          <p:cNvPr id="19" name="TextBox 18">
            <a:extLst>
              <a:ext uri="{FF2B5EF4-FFF2-40B4-BE49-F238E27FC236}">
                <a16:creationId xmlns:a16="http://schemas.microsoft.com/office/drawing/2014/main" id="{9D896425-40E6-0909-DE69-1FB28DA26453}"/>
              </a:ext>
            </a:extLst>
          </p:cNvPr>
          <p:cNvSpPr txBox="1"/>
          <p:nvPr/>
        </p:nvSpPr>
        <p:spPr>
          <a:xfrm>
            <a:off x="4335816" y="5147203"/>
            <a:ext cx="6996140" cy="646331"/>
          </a:xfrm>
          <a:prstGeom prst="rect">
            <a:avLst/>
          </a:prstGeom>
          <a:noFill/>
        </p:spPr>
        <p:txBody>
          <a:bodyPr wrap="square" rtlCol="0">
            <a:spAutoFit/>
          </a:bodyPr>
          <a:lstStyle/>
          <a:p>
            <a:pPr marL="285750" indent="-285750" algn="just">
              <a:buFont typeface="Arial" panose="020B0604020202020204" pitchFamily="34" charset="0"/>
              <a:buChar char="•"/>
            </a:pPr>
            <a:r>
              <a:rPr lang="en-US" dirty="0">
                <a:latin typeface="Times New Roman" panose="02020603050405020304" pitchFamily="18" charset="0"/>
                <a:cs typeface="Times New Roman" panose="02020603050405020304" pitchFamily="18" charset="0"/>
              </a:rPr>
              <a:t>A 12V relay is an electromechanical switch used to control a high-power circuit with a low-power signal.</a:t>
            </a:r>
            <a:endParaRPr lang="en-IN" dirty="0">
              <a:latin typeface="Times New Roman" panose="02020603050405020304" pitchFamily="18" charset="0"/>
              <a:cs typeface="Times New Roman" panose="02020603050405020304" pitchFamily="18" charset="0"/>
            </a:endParaRPr>
          </a:p>
        </p:txBody>
      </p:sp>
    </p:spTree>
    <p:extLst>
      <p:ext uri="{BB962C8B-B14F-4D97-AF65-F5344CB8AC3E}">
        <p14:creationId xmlns:p14="http://schemas.microsoft.com/office/powerpoint/2010/main" val="364962021"/>
      </p:ext>
    </p:extLst>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 name="Title 5">
            <a:extLst>
              <a:ext uri="{FF2B5EF4-FFF2-40B4-BE49-F238E27FC236}">
                <a16:creationId xmlns:a16="http://schemas.microsoft.com/office/drawing/2014/main" id="{E6A5A552-95C6-2576-550D-398B8CDBBD44}"/>
              </a:ext>
            </a:extLst>
          </p:cNvPr>
          <p:cNvSpPr>
            <a:spLocks noGrp="1"/>
          </p:cNvSpPr>
          <p:nvPr>
            <p:ph type="title"/>
          </p:nvPr>
        </p:nvSpPr>
        <p:spPr/>
        <p:txBody>
          <a:bodyPr/>
          <a:lstStyle/>
          <a:p>
            <a:r>
              <a:rPr lang="en-IN" dirty="0">
                <a:solidFill>
                  <a:schemeClr val="accent2">
                    <a:lumMod val="75000"/>
                  </a:schemeClr>
                </a:solidFill>
                <a:latin typeface="Times New Roman" panose="02020603050405020304" pitchFamily="18" charset="0"/>
                <a:cs typeface="Times New Roman" panose="02020603050405020304" pitchFamily="18" charset="0"/>
              </a:rPr>
              <a:t>RESULT:</a:t>
            </a:r>
          </a:p>
        </p:txBody>
      </p:sp>
      <p:sp>
        <p:nvSpPr>
          <p:cNvPr id="13" name="TextBox 12">
            <a:extLst>
              <a:ext uri="{FF2B5EF4-FFF2-40B4-BE49-F238E27FC236}">
                <a16:creationId xmlns:a16="http://schemas.microsoft.com/office/drawing/2014/main" id="{32320CD3-DE01-9635-A8DA-543909DF3B76}"/>
              </a:ext>
            </a:extLst>
          </p:cNvPr>
          <p:cNvSpPr txBox="1"/>
          <p:nvPr/>
        </p:nvSpPr>
        <p:spPr>
          <a:xfrm>
            <a:off x="2545619" y="1986116"/>
            <a:ext cx="1766767" cy="369332"/>
          </a:xfrm>
          <a:prstGeom prst="rect">
            <a:avLst/>
          </a:prstGeom>
          <a:noFill/>
        </p:spPr>
        <p:txBody>
          <a:bodyPr wrap="none" rtlCol="0">
            <a:spAutoFit/>
          </a:bodyPr>
          <a:lstStyle/>
          <a:p>
            <a:pPr algn="ctr"/>
            <a:r>
              <a:rPr lang="en-IN" dirty="0">
                <a:latin typeface="Times New Roman" panose="02020603050405020304" pitchFamily="18" charset="0"/>
                <a:cs typeface="Times New Roman" panose="02020603050405020304" pitchFamily="18" charset="0"/>
              </a:rPr>
              <a:t>Temperature &lt;30</a:t>
            </a:r>
          </a:p>
        </p:txBody>
      </p:sp>
      <p:sp>
        <p:nvSpPr>
          <p:cNvPr id="14" name="TextBox 13">
            <a:extLst>
              <a:ext uri="{FF2B5EF4-FFF2-40B4-BE49-F238E27FC236}">
                <a16:creationId xmlns:a16="http://schemas.microsoft.com/office/drawing/2014/main" id="{443430F1-61CC-24B7-7E8D-3A21306A4792}"/>
              </a:ext>
            </a:extLst>
          </p:cNvPr>
          <p:cNvSpPr txBox="1"/>
          <p:nvPr/>
        </p:nvSpPr>
        <p:spPr>
          <a:xfrm>
            <a:off x="7867529" y="1986116"/>
            <a:ext cx="1766766" cy="369332"/>
          </a:xfrm>
          <a:prstGeom prst="rect">
            <a:avLst/>
          </a:prstGeom>
          <a:noFill/>
        </p:spPr>
        <p:txBody>
          <a:bodyPr wrap="none" rtlCol="0">
            <a:spAutoFit/>
          </a:bodyPr>
          <a:lstStyle/>
          <a:p>
            <a:r>
              <a:rPr lang="en-IN" dirty="0">
                <a:latin typeface="Times New Roman" panose="02020603050405020304" pitchFamily="18" charset="0"/>
                <a:cs typeface="Times New Roman" panose="02020603050405020304" pitchFamily="18" charset="0"/>
              </a:rPr>
              <a:t>Temperature &gt;30</a:t>
            </a:r>
          </a:p>
        </p:txBody>
      </p:sp>
      <p:sp>
        <p:nvSpPr>
          <p:cNvPr id="9" name="Content Placeholder 8">
            <a:extLst>
              <a:ext uri="{FF2B5EF4-FFF2-40B4-BE49-F238E27FC236}">
                <a16:creationId xmlns:a16="http://schemas.microsoft.com/office/drawing/2014/main" id="{16DC7A1C-D659-7ABD-8E99-136E6F9C9D9F}"/>
              </a:ext>
            </a:extLst>
          </p:cNvPr>
          <p:cNvSpPr>
            <a:spLocks noGrp="1"/>
          </p:cNvSpPr>
          <p:nvPr>
            <p:ph sz="half" idx="1"/>
          </p:nvPr>
        </p:nvSpPr>
        <p:spPr/>
        <p:txBody>
          <a:bodyPr/>
          <a:lstStyle/>
          <a:p>
            <a:pPr marL="0" indent="0">
              <a:buNone/>
            </a:pPr>
            <a:endParaRPr lang="en-IN" dirty="0"/>
          </a:p>
          <a:p>
            <a:pPr marL="0" indent="0">
              <a:buNone/>
            </a:pPr>
            <a:endParaRPr lang="en-IN" dirty="0"/>
          </a:p>
          <a:p>
            <a:pPr marL="0" indent="0">
              <a:buNone/>
            </a:pPr>
            <a:endParaRPr lang="en-IN" dirty="0"/>
          </a:p>
        </p:txBody>
      </p:sp>
      <p:sp>
        <p:nvSpPr>
          <p:cNvPr id="21" name="Content Placeholder 20">
            <a:extLst>
              <a:ext uri="{FF2B5EF4-FFF2-40B4-BE49-F238E27FC236}">
                <a16:creationId xmlns:a16="http://schemas.microsoft.com/office/drawing/2014/main" id="{F71B8C6F-85FB-1365-1676-EC1AE296533F}"/>
              </a:ext>
            </a:extLst>
          </p:cNvPr>
          <p:cNvSpPr>
            <a:spLocks noGrp="1"/>
          </p:cNvSpPr>
          <p:nvPr>
            <p:ph sz="half" idx="2"/>
          </p:nvPr>
        </p:nvSpPr>
        <p:spPr/>
        <p:txBody>
          <a:bodyPr/>
          <a:lstStyle/>
          <a:p>
            <a:pPr marL="0" indent="0">
              <a:buNone/>
            </a:pPr>
            <a:endParaRPr lang="en-IN" dirty="0"/>
          </a:p>
          <a:p>
            <a:pPr marL="0" indent="0">
              <a:buNone/>
            </a:pPr>
            <a:endParaRPr lang="en-IN" dirty="0"/>
          </a:p>
          <a:p>
            <a:pPr marL="0" indent="0">
              <a:buNone/>
            </a:pPr>
            <a:endParaRPr lang="en-IN" dirty="0"/>
          </a:p>
        </p:txBody>
      </p:sp>
      <p:pic>
        <p:nvPicPr>
          <p:cNvPr id="2" name="Picture 1"/>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1570182" y="2515939"/>
            <a:ext cx="4308763" cy="3496261"/>
          </a:xfrm>
          <a:prstGeom prst="rect">
            <a:avLst/>
          </a:prstGeom>
        </p:spPr>
      </p:pic>
      <p:pic>
        <p:nvPicPr>
          <p:cNvPr id="3" name="Picture 2"/>
          <p:cNvPicPr>
            <a:picLocks noChangeAspect="1"/>
          </p:cNvPicPr>
          <p:nvPr/>
        </p:nvPicPr>
        <p:blipFill>
          <a:blip r:embed="rId3"/>
          <a:stretch>
            <a:fillRect/>
          </a:stretch>
        </p:blipFill>
        <p:spPr>
          <a:xfrm>
            <a:off x="6511635" y="2490385"/>
            <a:ext cx="4553529" cy="3521815"/>
          </a:xfrm>
          <a:prstGeom prst="rect">
            <a:avLst/>
          </a:prstGeom>
        </p:spPr>
      </p:pic>
      <p:sp>
        <p:nvSpPr>
          <p:cNvPr id="4" name="TextBox 3"/>
          <p:cNvSpPr txBox="1"/>
          <p:nvPr/>
        </p:nvSpPr>
        <p:spPr>
          <a:xfrm>
            <a:off x="3158836" y="5837382"/>
            <a:ext cx="184731" cy="369332"/>
          </a:xfrm>
          <a:prstGeom prst="rect">
            <a:avLst/>
          </a:prstGeom>
          <a:noFill/>
        </p:spPr>
        <p:txBody>
          <a:bodyPr wrap="none" rtlCol="0">
            <a:spAutoFit/>
          </a:bodyPr>
          <a:lstStyle/>
          <a:p>
            <a:endParaRPr lang="en-US" dirty="0"/>
          </a:p>
        </p:txBody>
      </p:sp>
    </p:spTree>
    <p:extLst>
      <p:ext uri="{BB962C8B-B14F-4D97-AF65-F5344CB8AC3E}">
        <p14:creationId xmlns:p14="http://schemas.microsoft.com/office/powerpoint/2010/main" val="918106474"/>
      </p:ext>
    </p:extLst>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5A2CAA5B-AC7D-BF29-5219-55EBCE0BAA59}"/>
              </a:ext>
            </a:extLst>
          </p:cNvPr>
          <p:cNvSpPr>
            <a:spLocks noGrp="1"/>
          </p:cNvSpPr>
          <p:nvPr>
            <p:ph type="title"/>
          </p:nvPr>
        </p:nvSpPr>
        <p:spPr/>
        <p:txBody>
          <a:bodyPr/>
          <a:lstStyle/>
          <a:p>
            <a:r>
              <a:rPr lang="en-US" dirty="0">
                <a:solidFill>
                  <a:schemeClr val="accent2">
                    <a:lumMod val="75000"/>
                  </a:schemeClr>
                </a:solidFill>
                <a:latin typeface="Times New Roman" panose="02020603050405020304" pitchFamily="18" charset="0"/>
                <a:cs typeface="Times New Roman" panose="02020603050405020304" pitchFamily="18" charset="0"/>
              </a:rPr>
              <a:t>ADVANTAGES:</a:t>
            </a:r>
            <a:endParaRPr lang="en-IN" dirty="0">
              <a:solidFill>
                <a:schemeClr val="accent2">
                  <a:lumMod val="75000"/>
                </a:schemeClr>
              </a:solidFill>
              <a:latin typeface="Times New Roman" panose="02020603050405020304" pitchFamily="18" charset="0"/>
              <a:cs typeface="Times New Roman" panose="02020603050405020304" pitchFamily="18" charset="0"/>
            </a:endParaRPr>
          </a:p>
        </p:txBody>
      </p:sp>
      <p:sp>
        <p:nvSpPr>
          <p:cNvPr id="3" name="Content Placeholder 2">
            <a:extLst>
              <a:ext uri="{FF2B5EF4-FFF2-40B4-BE49-F238E27FC236}">
                <a16:creationId xmlns:a16="http://schemas.microsoft.com/office/drawing/2014/main" id="{EA778FA2-DF13-E9C7-41AF-5F6007970433}"/>
              </a:ext>
            </a:extLst>
          </p:cNvPr>
          <p:cNvSpPr>
            <a:spLocks noGrp="1"/>
          </p:cNvSpPr>
          <p:nvPr>
            <p:ph idx="1"/>
          </p:nvPr>
        </p:nvSpPr>
        <p:spPr>
          <a:xfrm>
            <a:off x="826655" y="1690688"/>
            <a:ext cx="10515600" cy="4351338"/>
          </a:xfrm>
        </p:spPr>
        <p:txBody>
          <a:bodyPr/>
          <a:lstStyle/>
          <a:p>
            <a:pPr algn="just">
              <a:buFont typeface="Arial" panose="020B0604020202020204" pitchFamily="34" charset="0"/>
              <a:buChar char="•"/>
            </a:pPr>
            <a:r>
              <a:rPr lang="en-US" b="1" i="0" dirty="0">
                <a:solidFill>
                  <a:srgbClr val="111111"/>
                </a:solidFill>
                <a:effectLst/>
                <a:highlight>
                  <a:srgbClr val="FFFFFF"/>
                </a:highlight>
                <a:latin typeface="Times New Roman" panose="02020603050405020304" pitchFamily="18" charset="0"/>
                <a:cs typeface="Times New Roman" panose="02020603050405020304" pitchFamily="18" charset="0"/>
              </a:rPr>
              <a:t>Energy Efficiency</a:t>
            </a:r>
            <a:r>
              <a:rPr lang="en-US" b="0" i="0" dirty="0">
                <a:solidFill>
                  <a:srgbClr val="111111"/>
                </a:solidFill>
                <a:effectLst/>
                <a:highlight>
                  <a:srgbClr val="FFFFFF"/>
                </a:highlight>
                <a:latin typeface="Times New Roman" panose="02020603050405020304" pitchFamily="18" charset="0"/>
                <a:cs typeface="Times New Roman" panose="02020603050405020304" pitchFamily="18" charset="0"/>
              </a:rPr>
              <a:t>: By dynamically adjusting the fan speed based on temperature, this system conserves energy and electricity.</a:t>
            </a:r>
          </a:p>
          <a:p>
            <a:pPr marL="0" indent="0" algn="just">
              <a:buNone/>
            </a:pPr>
            <a:endParaRPr lang="en-US" b="1" i="0" dirty="0">
              <a:solidFill>
                <a:srgbClr val="111111"/>
              </a:solidFill>
              <a:effectLst/>
              <a:highlight>
                <a:srgbClr val="FFFFFF"/>
              </a:highlight>
              <a:latin typeface="Times New Roman" panose="02020603050405020304" pitchFamily="18" charset="0"/>
              <a:cs typeface="Times New Roman" panose="02020603050405020304" pitchFamily="18" charset="0"/>
            </a:endParaRPr>
          </a:p>
          <a:p>
            <a:pPr algn="just">
              <a:buFont typeface="Arial" panose="020B0604020202020204" pitchFamily="34" charset="0"/>
              <a:buChar char="•"/>
            </a:pPr>
            <a:r>
              <a:rPr lang="en-US" b="1" i="0" dirty="0">
                <a:solidFill>
                  <a:srgbClr val="111111"/>
                </a:solidFill>
                <a:effectLst/>
                <a:highlight>
                  <a:srgbClr val="FFFFFF"/>
                </a:highlight>
                <a:latin typeface="Times New Roman" panose="02020603050405020304" pitchFamily="18" charset="0"/>
                <a:cs typeface="Times New Roman" panose="02020603050405020304" pitchFamily="18" charset="0"/>
              </a:rPr>
              <a:t>User-Friendly</a:t>
            </a:r>
            <a:r>
              <a:rPr lang="en-US" b="0" i="0" dirty="0">
                <a:solidFill>
                  <a:srgbClr val="111111"/>
                </a:solidFill>
                <a:effectLst/>
                <a:highlight>
                  <a:srgbClr val="FFFFFF"/>
                </a:highlight>
                <a:latin typeface="Times New Roman" panose="02020603050405020304" pitchFamily="18" charset="0"/>
                <a:cs typeface="Times New Roman" panose="02020603050405020304" pitchFamily="18" charset="0"/>
              </a:rPr>
              <a:t>: The LCD display provides real-time temperature and fan speed information, making it easy for users to monitor and control.</a:t>
            </a:r>
          </a:p>
          <a:p>
            <a:pPr algn="just">
              <a:buFont typeface="Arial" panose="020B0604020202020204" pitchFamily="34" charset="0"/>
              <a:buChar char="•"/>
            </a:pPr>
            <a:endParaRPr lang="en-US" b="1" i="0" dirty="0">
              <a:solidFill>
                <a:srgbClr val="111111"/>
              </a:solidFill>
              <a:effectLst/>
              <a:highlight>
                <a:srgbClr val="FFFFFF"/>
              </a:highlight>
              <a:latin typeface="Times New Roman" panose="02020603050405020304" pitchFamily="18" charset="0"/>
              <a:cs typeface="Times New Roman" panose="02020603050405020304" pitchFamily="18" charset="0"/>
            </a:endParaRPr>
          </a:p>
          <a:p>
            <a:pPr algn="just">
              <a:buFont typeface="Arial" panose="020B0604020202020204" pitchFamily="34" charset="0"/>
              <a:buChar char="•"/>
            </a:pPr>
            <a:r>
              <a:rPr lang="en-US" b="1" i="0" dirty="0">
                <a:solidFill>
                  <a:srgbClr val="111111"/>
                </a:solidFill>
                <a:effectLst/>
                <a:highlight>
                  <a:srgbClr val="FFFFFF"/>
                </a:highlight>
                <a:latin typeface="Times New Roman" panose="02020603050405020304" pitchFamily="18" charset="0"/>
                <a:cs typeface="Times New Roman" panose="02020603050405020304" pitchFamily="18" charset="0"/>
              </a:rPr>
              <a:t>Cost-Effective</a:t>
            </a:r>
            <a:r>
              <a:rPr lang="en-US" b="0" i="0" dirty="0">
                <a:solidFill>
                  <a:srgbClr val="111111"/>
                </a:solidFill>
                <a:effectLst/>
                <a:highlight>
                  <a:srgbClr val="FFFFFF"/>
                </a:highlight>
                <a:latin typeface="Times New Roman" panose="02020603050405020304" pitchFamily="18" charset="0"/>
                <a:cs typeface="Times New Roman" panose="02020603050405020304" pitchFamily="18" charset="0"/>
              </a:rPr>
              <a:t>: The components required (such as Arduino, relay, temperature sensor, and fan) are affordable and readily available.</a:t>
            </a:r>
          </a:p>
          <a:p>
            <a:pPr marL="0" indent="0" algn="just">
              <a:buNone/>
            </a:pPr>
            <a:endParaRPr lang="en-US" b="0" i="0" dirty="0">
              <a:effectLst/>
              <a:highlight>
                <a:srgbClr val="FFFFFF"/>
              </a:highlight>
              <a:latin typeface="Times New Roman" panose="02020603050405020304" pitchFamily="18" charset="0"/>
              <a:cs typeface="Times New Roman" panose="02020603050405020304" pitchFamily="18" charset="0"/>
            </a:endParaRPr>
          </a:p>
          <a:p>
            <a:endParaRPr lang="en-IN" dirty="0"/>
          </a:p>
        </p:txBody>
      </p:sp>
    </p:spTree>
    <p:extLst>
      <p:ext uri="{BB962C8B-B14F-4D97-AF65-F5344CB8AC3E}">
        <p14:creationId xmlns:p14="http://schemas.microsoft.com/office/powerpoint/2010/main" val="1851528642"/>
      </p:ext>
    </p:extLst>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Text Placeholder 4">
            <a:extLst>
              <a:ext uri="{FF2B5EF4-FFF2-40B4-BE49-F238E27FC236}">
                <a16:creationId xmlns:a16="http://schemas.microsoft.com/office/drawing/2014/main" id="{B0AE3D85-B44D-A1EE-2402-E252E6AB5F21}"/>
              </a:ext>
            </a:extLst>
          </p:cNvPr>
          <p:cNvSpPr>
            <a:spLocks noGrp="1"/>
          </p:cNvSpPr>
          <p:nvPr>
            <p:ph type="body" idx="1"/>
          </p:nvPr>
        </p:nvSpPr>
        <p:spPr>
          <a:xfrm>
            <a:off x="318678" y="658352"/>
            <a:ext cx="5157787" cy="823912"/>
          </a:xfrm>
        </p:spPr>
        <p:txBody>
          <a:bodyPr>
            <a:normAutofit/>
          </a:bodyPr>
          <a:lstStyle/>
          <a:p>
            <a:r>
              <a:rPr lang="en-IN" sz="4800" dirty="0">
                <a:solidFill>
                  <a:schemeClr val="accent2">
                    <a:lumMod val="75000"/>
                  </a:schemeClr>
                </a:solidFill>
                <a:latin typeface="Times New Roman" panose="02020603050405020304" pitchFamily="18" charset="0"/>
                <a:cs typeface="Times New Roman" panose="02020603050405020304" pitchFamily="18" charset="0"/>
              </a:rPr>
              <a:t>APPLICATIONS:</a:t>
            </a:r>
            <a:endParaRPr lang="en-IN" sz="4800" dirty="0"/>
          </a:p>
        </p:txBody>
      </p:sp>
      <p:sp>
        <p:nvSpPr>
          <p:cNvPr id="3" name="Content Placeholder 2">
            <a:extLst>
              <a:ext uri="{FF2B5EF4-FFF2-40B4-BE49-F238E27FC236}">
                <a16:creationId xmlns:a16="http://schemas.microsoft.com/office/drawing/2014/main" id="{378B1607-E245-78A4-2E18-A6B06DB24575}"/>
              </a:ext>
            </a:extLst>
          </p:cNvPr>
          <p:cNvSpPr>
            <a:spLocks noGrp="1"/>
          </p:cNvSpPr>
          <p:nvPr>
            <p:ph sz="half" idx="2"/>
          </p:nvPr>
        </p:nvSpPr>
        <p:spPr>
          <a:xfrm>
            <a:off x="552167" y="2069741"/>
            <a:ext cx="10853251" cy="3684588"/>
          </a:xfrm>
        </p:spPr>
        <p:txBody>
          <a:bodyPr>
            <a:normAutofit/>
          </a:bodyPr>
          <a:lstStyle/>
          <a:p>
            <a:pPr algn="just"/>
            <a:r>
              <a:rPr lang="en-US" dirty="0">
                <a:latin typeface="Times New Roman" panose="02020603050405020304" pitchFamily="18" charset="0"/>
                <a:cs typeface="Times New Roman" panose="02020603050405020304" pitchFamily="18" charset="0"/>
              </a:rPr>
              <a:t>Personal computers.</a:t>
            </a:r>
          </a:p>
          <a:p>
            <a:pPr algn="just"/>
            <a:r>
              <a:rPr lang="en-US" dirty="0">
                <a:latin typeface="Times New Roman" panose="02020603050405020304" pitchFamily="18" charset="0"/>
                <a:cs typeface="Times New Roman" panose="02020603050405020304" pitchFamily="18" charset="0"/>
              </a:rPr>
              <a:t>Exhaust fans in large hotels.</a:t>
            </a:r>
          </a:p>
          <a:p>
            <a:pPr algn="just"/>
            <a:r>
              <a:rPr lang="en-US" dirty="0">
                <a:latin typeface="Times New Roman" panose="02020603050405020304" pitchFamily="18" charset="0"/>
                <a:cs typeface="Times New Roman" panose="02020603050405020304" pitchFamily="18" charset="0"/>
              </a:rPr>
              <a:t>Washing machines.</a:t>
            </a:r>
          </a:p>
          <a:p>
            <a:pPr algn="just"/>
            <a:r>
              <a:rPr lang="en-US" dirty="0">
                <a:latin typeface="Times New Roman" panose="02020603050405020304" pitchFamily="18" charset="0"/>
                <a:cs typeface="Times New Roman" panose="02020603050405020304" pitchFamily="18" charset="0"/>
              </a:rPr>
              <a:t>The circuit can be used for Car Engine to reduce the heat.</a:t>
            </a:r>
          </a:p>
          <a:p>
            <a:pPr algn="just"/>
            <a:r>
              <a:rPr lang="en-US" dirty="0">
                <a:latin typeface="Times New Roman" panose="02020603050405020304" pitchFamily="18" charset="0"/>
                <a:cs typeface="Times New Roman" panose="02020603050405020304" pitchFamily="18" charset="0"/>
              </a:rPr>
              <a:t>This project can be used in Home &amp; Industry.</a:t>
            </a:r>
          </a:p>
          <a:p>
            <a:pPr algn="just"/>
            <a:r>
              <a:rPr lang="en-US" dirty="0">
                <a:latin typeface="Times New Roman" panose="02020603050405020304" pitchFamily="18" charset="0"/>
                <a:cs typeface="Times New Roman" panose="02020603050405020304" pitchFamily="18" charset="0"/>
              </a:rPr>
              <a:t>This will help in saving the energy / electricity.</a:t>
            </a:r>
            <a:endParaRPr lang="en-IN" dirty="0">
              <a:latin typeface="Times New Roman" panose="02020603050405020304" pitchFamily="18" charset="0"/>
              <a:cs typeface="Times New Roman" panose="02020603050405020304" pitchFamily="18" charset="0"/>
            </a:endParaRPr>
          </a:p>
        </p:txBody>
      </p:sp>
    </p:spTree>
    <p:extLst>
      <p:ext uri="{BB962C8B-B14F-4D97-AF65-F5344CB8AC3E}">
        <p14:creationId xmlns:p14="http://schemas.microsoft.com/office/powerpoint/2010/main" val="1852958678"/>
      </p:ext>
    </p:extLst>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 name="Title 6">
            <a:extLst>
              <a:ext uri="{FF2B5EF4-FFF2-40B4-BE49-F238E27FC236}">
                <a16:creationId xmlns:a16="http://schemas.microsoft.com/office/drawing/2014/main" id="{B100195F-A594-CA29-E6F4-C9CA3EE98E52}"/>
              </a:ext>
            </a:extLst>
          </p:cNvPr>
          <p:cNvSpPr>
            <a:spLocks noGrp="1"/>
          </p:cNvSpPr>
          <p:nvPr>
            <p:ph type="title"/>
          </p:nvPr>
        </p:nvSpPr>
        <p:spPr/>
        <p:txBody>
          <a:bodyPr/>
          <a:lstStyle/>
          <a:p>
            <a:r>
              <a:rPr lang="en-IN" dirty="0">
                <a:solidFill>
                  <a:schemeClr val="accent2">
                    <a:lumMod val="75000"/>
                  </a:schemeClr>
                </a:solidFill>
                <a:latin typeface="Times New Roman" panose="02020603050405020304" pitchFamily="18" charset="0"/>
                <a:cs typeface="Times New Roman" panose="02020603050405020304" pitchFamily="18" charset="0"/>
              </a:rPr>
              <a:t>Limitations:</a:t>
            </a:r>
          </a:p>
        </p:txBody>
      </p:sp>
      <p:sp>
        <p:nvSpPr>
          <p:cNvPr id="8" name="Content Placeholder 7">
            <a:extLst>
              <a:ext uri="{FF2B5EF4-FFF2-40B4-BE49-F238E27FC236}">
                <a16:creationId xmlns:a16="http://schemas.microsoft.com/office/drawing/2014/main" id="{475EB442-167C-A049-0E06-36302BE0DCF3}"/>
              </a:ext>
            </a:extLst>
          </p:cNvPr>
          <p:cNvSpPr>
            <a:spLocks noGrp="1"/>
          </p:cNvSpPr>
          <p:nvPr>
            <p:ph idx="1"/>
          </p:nvPr>
        </p:nvSpPr>
        <p:spPr>
          <a:xfrm>
            <a:off x="923636" y="1773815"/>
            <a:ext cx="9921009" cy="4351338"/>
          </a:xfrm>
        </p:spPr>
        <p:txBody>
          <a:bodyPr>
            <a:noAutofit/>
          </a:bodyPr>
          <a:lstStyle/>
          <a:p>
            <a:pPr marL="0" indent="0" algn="just">
              <a:buNone/>
            </a:pPr>
            <a:endParaRPr lang="en-US" dirty="0">
              <a:latin typeface="Times New Roman" panose="02020603050405020304" pitchFamily="18" charset="0"/>
              <a:cs typeface="Times New Roman" panose="02020603050405020304" pitchFamily="18" charset="0"/>
            </a:endParaRPr>
          </a:p>
          <a:p>
            <a:pPr algn="just"/>
            <a:r>
              <a:rPr lang="en-US" b="1" dirty="0">
                <a:latin typeface="Times New Roman" panose="02020603050405020304" pitchFamily="18" charset="0"/>
                <a:cs typeface="Times New Roman" panose="02020603050405020304" pitchFamily="18" charset="0"/>
              </a:rPr>
              <a:t>Real-time Response:</a:t>
            </a:r>
            <a:r>
              <a:rPr lang="en-US" dirty="0">
                <a:latin typeface="Times New Roman" panose="02020603050405020304" pitchFamily="18" charset="0"/>
                <a:cs typeface="Times New Roman" panose="02020603050405020304" pitchFamily="18" charset="0"/>
              </a:rPr>
              <a:t> The system's response time may not be fast enough for applications requiring instant adjustments.</a:t>
            </a:r>
          </a:p>
          <a:p>
            <a:pPr marL="0" indent="0" algn="just">
              <a:buNone/>
            </a:pPr>
            <a:endParaRPr lang="en-US" dirty="0">
              <a:latin typeface="Times New Roman" panose="02020603050405020304" pitchFamily="18" charset="0"/>
              <a:cs typeface="Times New Roman" panose="02020603050405020304" pitchFamily="18" charset="0"/>
            </a:endParaRPr>
          </a:p>
          <a:p>
            <a:pPr algn="just"/>
            <a:r>
              <a:rPr lang="en-US" b="1" dirty="0">
                <a:latin typeface="Times New Roman" panose="02020603050405020304" pitchFamily="18" charset="0"/>
                <a:cs typeface="Times New Roman" panose="02020603050405020304" pitchFamily="18" charset="0"/>
              </a:rPr>
              <a:t>Cost:</a:t>
            </a:r>
            <a:r>
              <a:rPr lang="en-US" dirty="0">
                <a:latin typeface="Times New Roman" panose="02020603050405020304" pitchFamily="18" charset="0"/>
                <a:cs typeface="Times New Roman" panose="02020603050405020304" pitchFamily="18" charset="0"/>
              </a:rPr>
              <a:t> While the system is cost-effective, high-volume production may increase costs.</a:t>
            </a:r>
          </a:p>
          <a:p>
            <a:pPr marL="0" indent="0" algn="just">
              <a:buNone/>
            </a:pPr>
            <a:endParaRPr lang="en-US" dirty="0">
              <a:latin typeface="Times New Roman" panose="02020603050405020304" pitchFamily="18" charset="0"/>
              <a:cs typeface="Times New Roman" panose="02020603050405020304" pitchFamily="18" charset="0"/>
            </a:endParaRPr>
          </a:p>
          <a:p>
            <a:pPr algn="just"/>
            <a:r>
              <a:rPr lang="en-US" b="1" dirty="0">
                <a:latin typeface="Times New Roman" panose="02020603050405020304" pitchFamily="18" charset="0"/>
                <a:cs typeface="Times New Roman" panose="02020603050405020304" pitchFamily="18" charset="0"/>
              </a:rPr>
              <a:t>Environmental Factors: </a:t>
            </a:r>
            <a:r>
              <a:rPr lang="en-US" dirty="0">
                <a:latin typeface="Times New Roman" panose="02020603050405020304" pitchFamily="18" charset="0"/>
                <a:cs typeface="Times New Roman" panose="02020603050405020304" pitchFamily="18" charset="0"/>
              </a:rPr>
              <a:t>Extreme temperatures may affect the system's performance.</a:t>
            </a:r>
            <a:endParaRPr lang="en-IN" dirty="0">
              <a:latin typeface="Times New Roman" panose="02020603050405020304" pitchFamily="18" charset="0"/>
              <a:cs typeface="Times New Roman" panose="02020603050405020304" pitchFamily="18" charset="0"/>
            </a:endParaRPr>
          </a:p>
        </p:txBody>
      </p:sp>
    </p:spTree>
    <p:extLst>
      <p:ext uri="{BB962C8B-B14F-4D97-AF65-F5344CB8AC3E}">
        <p14:creationId xmlns:p14="http://schemas.microsoft.com/office/powerpoint/2010/main" val="1406300413"/>
      </p:ext>
    </p:extLst>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 name="Title 6">
            <a:extLst>
              <a:ext uri="{FF2B5EF4-FFF2-40B4-BE49-F238E27FC236}">
                <a16:creationId xmlns:a16="http://schemas.microsoft.com/office/drawing/2014/main" id="{58E649D6-11B1-84D8-77F0-F617F33F9273}"/>
              </a:ext>
            </a:extLst>
          </p:cNvPr>
          <p:cNvSpPr>
            <a:spLocks noGrp="1"/>
          </p:cNvSpPr>
          <p:nvPr>
            <p:ph type="title"/>
          </p:nvPr>
        </p:nvSpPr>
        <p:spPr/>
        <p:txBody>
          <a:bodyPr/>
          <a:lstStyle/>
          <a:p>
            <a:r>
              <a:rPr lang="en-US" sz="4400" dirty="0">
                <a:solidFill>
                  <a:schemeClr val="accent2">
                    <a:lumMod val="75000"/>
                  </a:schemeClr>
                </a:solidFill>
                <a:latin typeface="Times New Roman" panose="02020603050405020304" pitchFamily="18" charset="0"/>
                <a:cs typeface="Times New Roman" panose="02020603050405020304" pitchFamily="18" charset="0"/>
              </a:rPr>
              <a:t>FUTURE SCOPE:</a:t>
            </a:r>
            <a:br>
              <a:rPr lang="en-IN" sz="4400" dirty="0">
                <a:solidFill>
                  <a:schemeClr val="accent2">
                    <a:lumMod val="75000"/>
                  </a:schemeClr>
                </a:solidFill>
                <a:latin typeface="Times New Roman" panose="02020603050405020304" pitchFamily="18" charset="0"/>
                <a:cs typeface="Times New Roman" panose="02020603050405020304" pitchFamily="18" charset="0"/>
              </a:rPr>
            </a:br>
            <a:endParaRPr lang="en-IN" dirty="0"/>
          </a:p>
        </p:txBody>
      </p:sp>
      <p:sp>
        <p:nvSpPr>
          <p:cNvPr id="8" name="Content Placeholder 7">
            <a:extLst>
              <a:ext uri="{FF2B5EF4-FFF2-40B4-BE49-F238E27FC236}">
                <a16:creationId xmlns:a16="http://schemas.microsoft.com/office/drawing/2014/main" id="{3B9F7054-F68D-8B84-BDE9-D312746979B3}"/>
              </a:ext>
            </a:extLst>
          </p:cNvPr>
          <p:cNvSpPr>
            <a:spLocks noGrp="1"/>
          </p:cNvSpPr>
          <p:nvPr>
            <p:ph idx="1"/>
          </p:nvPr>
        </p:nvSpPr>
        <p:spPr>
          <a:xfrm>
            <a:off x="1064640" y="1812515"/>
            <a:ext cx="9917397" cy="4351338"/>
          </a:xfrm>
        </p:spPr>
        <p:txBody>
          <a:bodyPr>
            <a:normAutofit fontScale="92500"/>
          </a:bodyPr>
          <a:lstStyle/>
          <a:p>
            <a:pPr algn="just"/>
            <a:r>
              <a:rPr lang="en-US" dirty="0">
                <a:latin typeface="Times New Roman" panose="02020603050405020304" pitchFamily="18" charset="0"/>
                <a:cs typeface="Times New Roman" panose="02020603050405020304" pitchFamily="18" charset="0"/>
              </a:rPr>
              <a:t>We can monitor more parameters like humidity, light and at the same time control them.</a:t>
            </a:r>
          </a:p>
          <a:p>
            <a:pPr marL="0" indent="0" algn="just">
              <a:buNone/>
            </a:pPr>
            <a:endParaRPr lang="en-US" dirty="0">
              <a:latin typeface="Times New Roman" panose="02020603050405020304" pitchFamily="18" charset="0"/>
              <a:cs typeface="Times New Roman" panose="02020603050405020304" pitchFamily="18" charset="0"/>
            </a:endParaRPr>
          </a:p>
          <a:p>
            <a:pPr algn="just"/>
            <a:r>
              <a:rPr lang="en-US" dirty="0">
                <a:latin typeface="Times New Roman" panose="02020603050405020304" pitchFamily="18" charset="0"/>
                <a:cs typeface="Times New Roman" panose="02020603050405020304" pitchFamily="18" charset="0"/>
              </a:rPr>
              <a:t>We can send this data to a remote location using mobile or internet. </a:t>
            </a:r>
          </a:p>
          <a:p>
            <a:pPr marL="0" indent="0" algn="just">
              <a:buNone/>
            </a:pPr>
            <a:endParaRPr lang="en-US" dirty="0">
              <a:latin typeface="Times New Roman" panose="02020603050405020304" pitchFamily="18" charset="0"/>
              <a:cs typeface="Times New Roman" panose="02020603050405020304" pitchFamily="18" charset="0"/>
            </a:endParaRPr>
          </a:p>
          <a:p>
            <a:pPr algn="just"/>
            <a:r>
              <a:rPr lang="en-US" dirty="0">
                <a:latin typeface="Times New Roman" panose="02020603050405020304" pitchFamily="18" charset="0"/>
                <a:cs typeface="Times New Roman" panose="02020603050405020304" pitchFamily="18" charset="0"/>
              </a:rPr>
              <a:t>We can draw graphs of variations in these parameters using computer.</a:t>
            </a:r>
          </a:p>
          <a:p>
            <a:pPr marL="0" indent="0" algn="just">
              <a:buNone/>
            </a:pPr>
            <a:endParaRPr lang="en-US" dirty="0">
              <a:latin typeface="Times New Roman" panose="02020603050405020304" pitchFamily="18" charset="0"/>
              <a:cs typeface="Times New Roman" panose="02020603050405020304" pitchFamily="18" charset="0"/>
            </a:endParaRPr>
          </a:p>
          <a:p>
            <a:pPr algn="just"/>
            <a:r>
              <a:rPr lang="en-US" dirty="0">
                <a:latin typeface="Times New Roman" panose="02020603050405020304" pitchFamily="18" charset="0"/>
                <a:cs typeface="Times New Roman" panose="02020603050405020304" pitchFamily="18" charset="0"/>
              </a:rPr>
              <a:t> When temperature exceeds the limit, a call will be dialed to the respective given number by an automatic Dialer system.</a:t>
            </a:r>
            <a:endParaRPr lang="en-IN" dirty="0">
              <a:latin typeface="Times New Roman" panose="02020603050405020304" pitchFamily="18" charset="0"/>
              <a:cs typeface="Times New Roman" panose="02020603050405020304" pitchFamily="18" charset="0"/>
            </a:endParaRPr>
          </a:p>
          <a:p>
            <a:pPr marL="0" indent="0" algn="just">
              <a:buNone/>
            </a:pPr>
            <a:endParaRPr lang="en-IN" dirty="0"/>
          </a:p>
        </p:txBody>
      </p:sp>
    </p:spTree>
    <p:extLst>
      <p:ext uri="{BB962C8B-B14F-4D97-AF65-F5344CB8AC3E}">
        <p14:creationId xmlns:p14="http://schemas.microsoft.com/office/powerpoint/2010/main" val="224744321"/>
      </p:ext>
    </p:extLst>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E4AA6BFC-F935-74B4-6F9E-D207B39D1CBE}"/>
              </a:ext>
            </a:extLst>
          </p:cNvPr>
          <p:cNvSpPr>
            <a:spLocks noGrp="1"/>
          </p:cNvSpPr>
          <p:nvPr>
            <p:ph type="title"/>
          </p:nvPr>
        </p:nvSpPr>
        <p:spPr/>
        <p:txBody>
          <a:bodyPr/>
          <a:lstStyle/>
          <a:p>
            <a:pPr algn="ctr"/>
            <a:r>
              <a:rPr lang="en-IN" dirty="0">
                <a:solidFill>
                  <a:schemeClr val="accent2">
                    <a:lumMod val="75000"/>
                  </a:schemeClr>
                </a:solidFill>
                <a:latin typeface="Times New Roman" panose="02020603050405020304" pitchFamily="18" charset="0"/>
                <a:cs typeface="Times New Roman" panose="02020603050405020304" pitchFamily="18" charset="0"/>
              </a:rPr>
              <a:t>CONCLUSION:</a:t>
            </a:r>
          </a:p>
        </p:txBody>
      </p:sp>
      <p:sp>
        <p:nvSpPr>
          <p:cNvPr id="3" name="Content Placeholder 2">
            <a:extLst>
              <a:ext uri="{FF2B5EF4-FFF2-40B4-BE49-F238E27FC236}">
                <a16:creationId xmlns:a16="http://schemas.microsoft.com/office/drawing/2014/main" id="{A6E2C5A1-5B1D-81A3-E0DA-3FB76ACDA8C7}"/>
              </a:ext>
            </a:extLst>
          </p:cNvPr>
          <p:cNvSpPr>
            <a:spLocks noGrp="1"/>
          </p:cNvSpPr>
          <p:nvPr>
            <p:ph idx="1"/>
          </p:nvPr>
        </p:nvSpPr>
        <p:spPr/>
        <p:txBody>
          <a:bodyPr>
            <a:normAutofit/>
          </a:bodyPr>
          <a:lstStyle/>
          <a:p>
            <a:pPr marL="0" indent="0" algn="just">
              <a:buNone/>
            </a:pPr>
            <a:r>
              <a:rPr lang="en-US" dirty="0">
                <a:latin typeface="Times New Roman" panose="02020603050405020304" pitchFamily="18" charset="0"/>
                <a:cs typeface="Times New Roman" panose="02020603050405020304" pitchFamily="18" charset="0"/>
              </a:rPr>
              <a:t>Basic idea of this project is to run the DC motor fan when temperature sensed by the temperature sensor is greater than threshold value. In this project we have used Arduino board for the programming of microcontroller through the USB. The microcontroller uses the hexadecimal file to execute the program. The temperature sensor output is connected to the microcontroller and it gives the output to the relay which runs the motor. In this way our main objective of the project is achieved.</a:t>
            </a:r>
            <a:endParaRPr lang="en-IN" dirty="0">
              <a:latin typeface="Times New Roman" panose="02020603050405020304" pitchFamily="18" charset="0"/>
              <a:cs typeface="Times New Roman" panose="02020603050405020304" pitchFamily="18" charset="0"/>
            </a:endParaRPr>
          </a:p>
        </p:txBody>
      </p:sp>
    </p:spTree>
    <p:extLst>
      <p:ext uri="{BB962C8B-B14F-4D97-AF65-F5344CB8AC3E}">
        <p14:creationId xmlns:p14="http://schemas.microsoft.com/office/powerpoint/2010/main" val="2896477520"/>
      </p:ext>
    </p:extLst>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609E7B43-5593-5DF9-D4EC-8580EBEAB8B5}"/>
              </a:ext>
            </a:extLst>
          </p:cNvPr>
          <p:cNvSpPr>
            <a:spLocks noGrp="1"/>
          </p:cNvSpPr>
          <p:nvPr>
            <p:ph type="title"/>
          </p:nvPr>
        </p:nvSpPr>
        <p:spPr/>
        <p:txBody>
          <a:bodyPr/>
          <a:lstStyle/>
          <a:p>
            <a:r>
              <a:rPr lang="en-IN" dirty="0">
                <a:solidFill>
                  <a:schemeClr val="accent2">
                    <a:lumMod val="75000"/>
                  </a:schemeClr>
                </a:solidFill>
                <a:latin typeface="Times New Roman" panose="02020603050405020304" pitchFamily="18" charset="0"/>
                <a:cs typeface="Times New Roman" panose="02020603050405020304" pitchFamily="18" charset="0"/>
              </a:rPr>
              <a:t>REFERENCE</a:t>
            </a:r>
          </a:p>
        </p:txBody>
      </p:sp>
      <p:sp>
        <p:nvSpPr>
          <p:cNvPr id="3" name="Content Placeholder 2">
            <a:extLst>
              <a:ext uri="{FF2B5EF4-FFF2-40B4-BE49-F238E27FC236}">
                <a16:creationId xmlns:a16="http://schemas.microsoft.com/office/drawing/2014/main" id="{BC092698-F011-6B7D-B4AE-529934A2DDCD}"/>
              </a:ext>
            </a:extLst>
          </p:cNvPr>
          <p:cNvSpPr>
            <a:spLocks noGrp="1"/>
          </p:cNvSpPr>
          <p:nvPr>
            <p:ph idx="1"/>
          </p:nvPr>
        </p:nvSpPr>
        <p:spPr/>
        <p:txBody>
          <a:bodyPr/>
          <a:lstStyle/>
          <a:p>
            <a:r>
              <a:rPr lang="en-IN" dirty="0">
                <a:hlinkClick r:id="rId2"/>
              </a:rPr>
              <a:t>https://www.electronicsforu.com/electronics-projects/fan-speed-control-monitoring-arduino</a:t>
            </a:r>
            <a:endParaRPr lang="en-IN" dirty="0"/>
          </a:p>
          <a:p>
            <a:r>
              <a:rPr lang="en-IN" dirty="0">
                <a:hlinkClick r:id="rId3"/>
              </a:rPr>
              <a:t>https://how2electronics.com/temperature-based-fan-speed-controller-using-arduino/</a:t>
            </a:r>
            <a:endParaRPr lang="en-IN" dirty="0"/>
          </a:p>
          <a:p>
            <a:r>
              <a:rPr lang="en-IN" dirty="0">
                <a:hlinkClick r:id="rId4"/>
              </a:rPr>
              <a:t>https://robu.in/temperature-controlled-fan-using-arduino-step-by-step-guide-with-code/</a:t>
            </a:r>
            <a:endParaRPr lang="en-IN" dirty="0"/>
          </a:p>
          <a:p>
            <a:r>
              <a:rPr lang="en-IN" dirty="0">
                <a:hlinkClick r:id="rId5"/>
              </a:rPr>
              <a:t>https://www.bing.com/search?q=temperature+based+fan+speed+controlling+and+monitoring+using+arduino+advantages+%2Capplications+and+future+scope&amp;qs=n&amp;form=QBRE&amp;sp=-1&amp;lq=1&amp;pq=temperature+based+fan+speed</a:t>
            </a:r>
            <a:endParaRPr lang="en-IN" dirty="0"/>
          </a:p>
        </p:txBody>
      </p:sp>
    </p:spTree>
    <p:extLst>
      <p:ext uri="{BB962C8B-B14F-4D97-AF65-F5344CB8AC3E}">
        <p14:creationId xmlns:p14="http://schemas.microsoft.com/office/powerpoint/2010/main" val="1256194773"/>
      </p:ext>
    </p:extLst>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2" name="Picture 2">
            <a:extLst>
              <a:ext uri="{FF2B5EF4-FFF2-40B4-BE49-F238E27FC236}">
                <a16:creationId xmlns:a16="http://schemas.microsoft.com/office/drawing/2014/main" id="{4B12DADC-8D45-D368-3084-0AA83777E6E2}"/>
              </a:ext>
            </a:extLst>
          </p:cNvPr>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0" y="0"/>
            <a:ext cx="12192000" cy="6858000"/>
          </a:xfrm>
          <a:prstGeom prst="rect">
            <a:avLst/>
          </a:prstGeom>
          <a:noFill/>
          <a:extLst>
            <a:ext uri="{909E8E84-426E-40DD-AFC4-6F175D3DCCD1}">
              <a14:hiddenFill xmlns:a14="http://schemas.microsoft.com/office/drawing/2010/main">
                <a:solidFill>
                  <a:srgbClr val="FFFFFF"/>
                </a:solidFill>
              </a14:hiddenFill>
            </a:ext>
          </a:extLst>
        </p:spPr>
      </p:pic>
      <p:sp>
        <p:nvSpPr>
          <p:cNvPr id="3" name="Rectangle 2">
            <a:extLst>
              <a:ext uri="{FF2B5EF4-FFF2-40B4-BE49-F238E27FC236}">
                <a16:creationId xmlns:a16="http://schemas.microsoft.com/office/drawing/2014/main" id="{5FFEA665-9D40-0BF8-14D6-4F0AC4AD7B3C}"/>
              </a:ext>
            </a:extLst>
          </p:cNvPr>
          <p:cNvSpPr/>
          <p:nvPr/>
        </p:nvSpPr>
        <p:spPr>
          <a:xfrm>
            <a:off x="491612" y="4923955"/>
            <a:ext cx="11336594" cy="1569660"/>
          </a:xfrm>
          <a:prstGeom prst="rect">
            <a:avLst/>
          </a:prstGeom>
          <a:noFill/>
          <a:ln>
            <a:solidFill>
              <a:schemeClr val="accent2"/>
            </a:solidFill>
          </a:ln>
        </p:spPr>
        <p:txBody>
          <a:bodyPr wrap="square" lIns="91440" tIns="45720" rIns="91440" bIns="45720">
            <a:spAutoFit/>
            <a:scene3d>
              <a:camera prst="orthographicFront"/>
              <a:lightRig rig="soft" dir="t">
                <a:rot lat="0" lon="0" rev="15600000"/>
              </a:lightRig>
            </a:scene3d>
            <a:sp3d extrusionH="57150" prstMaterial="softEdge">
              <a:bevelT w="25400" h="38100"/>
            </a:sp3d>
          </a:bodyPr>
          <a:lstStyle/>
          <a:p>
            <a:pPr algn="ctr"/>
            <a:r>
              <a:rPr lang="en-US" sz="9600" b="1" dirty="0">
                <a:ln w="10160">
                  <a:solidFill>
                    <a:schemeClr val="accent5"/>
                  </a:solidFill>
                  <a:prstDash val="solid"/>
                </a:ln>
                <a:solidFill>
                  <a:srgbClr val="FFFFFF"/>
                </a:solidFill>
                <a:effectLst>
                  <a:glow rad="228600">
                    <a:schemeClr val="accent5">
                      <a:satMod val="175000"/>
                      <a:alpha val="40000"/>
                    </a:schemeClr>
                  </a:glow>
                  <a:outerShdw blurRad="38100" dist="22860" dir="5400000" algn="tl" rotWithShape="0">
                    <a:srgbClr val="000000">
                      <a:alpha val="30000"/>
                    </a:srgbClr>
                  </a:outerShdw>
                </a:effectLst>
                <a:latin typeface="Times New Roman" panose="02020603050405020304" pitchFamily="18" charset="0"/>
                <a:cs typeface="Times New Roman" panose="02020603050405020304" pitchFamily="18" charset="0"/>
              </a:rPr>
              <a:t>THANK YOU…</a:t>
            </a:r>
          </a:p>
        </p:txBody>
      </p:sp>
    </p:spTree>
    <p:extLst>
      <p:ext uri="{BB962C8B-B14F-4D97-AF65-F5344CB8AC3E}">
        <p14:creationId xmlns:p14="http://schemas.microsoft.com/office/powerpoint/2010/main" val="1860729205"/>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4" presetClass="entr" presetSubtype="10" fill="hold" nodeType="clickEffect">
                                  <p:stCondLst>
                                    <p:cond delay="0"/>
                                  </p:stCondLst>
                                  <p:childTnLst>
                                    <p:set>
                                      <p:cBhvr>
                                        <p:cTn id="6" dur="1" fill="hold">
                                          <p:stCondLst>
                                            <p:cond delay="0"/>
                                          </p:stCondLst>
                                        </p:cTn>
                                        <p:tgtEl>
                                          <p:spTgt spid="3">
                                            <p:txEl>
                                              <p:pRg st="0" end="0"/>
                                            </p:txEl>
                                          </p:spTgt>
                                        </p:tgtEl>
                                        <p:attrNameLst>
                                          <p:attrName>style.visibility</p:attrName>
                                        </p:attrNameLst>
                                      </p:cBhvr>
                                      <p:to>
                                        <p:strVal val="visible"/>
                                      </p:to>
                                    </p:set>
                                    <p:animEffect transition="in" filter="randombar(horizontal)">
                                      <p:cBhvr>
                                        <p:cTn id="7" dur="500"/>
                                        <p:tgtEl>
                                          <p:spTgt spid="3">
                                            <p:txEl>
                                              <p:pRg st="0" end="0"/>
                                            </p:txEl>
                                          </p:spTgt>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738</TotalTime>
  <Words>1425</Words>
  <Application>Microsoft Office PowerPoint</Application>
  <PresentationFormat>Widescreen</PresentationFormat>
  <Paragraphs>138</Paragraphs>
  <Slides>19</Slides>
  <Notes>0</Notes>
  <HiddenSlides>0</HiddenSlides>
  <MMClips>0</MMClips>
  <ScaleCrop>false</ScaleCrop>
  <HeadingPairs>
    <vt:vector size="6" baseType="variant">
      <vt:variant>
        <vt:lpstr>Fonts Used</vt:lpstr>
      </vt:variant>
      <vt:variant>
        <vt:i4>8</vt:i4>
      </vt:variant>
      <vt:variant>
        <vt:lpstr>Theme</vt:lpstr>
      </vt:variant>
      <vt:variant>
        <vt:i4>1</vt:i4>
      </vt:variant>
      <vt:variant>
        <vt:lpstr>Slide Titles</vt:lpstr>
      </vt:variant>
      <vt:variant>
        <vt:i4>19</vt:i4>
      </vt:variant>
    </vt:vector>
  </HeadingPairs>
  <TitlesOfParts>
    <vt:vector size="28" baseType="lpstr">
      <vt:lpstr>Algerian</vt:lpstr>
      <vt:lpstr>Arial</vt:lpstr>
      <vt:lpstr>Bernard MT Condensed</vt:lpstr>
      <vt:lpstr>Calibri</vt:lpstr>
      <vt:lpstr>Calibri Light</vt:lpstr>
      <vt:lpstr>Edwardian Script ITC</vt:lpstr>
      <vt:lpstr>Stencil</vt:lpstr>
      <vt:lpstr>Times New Roman</vt:lpstr>
      <vt:lpstr>Office Theme</vt:lpstr>
      <vt:lpstr>PowerPoint Presentation</vt:lpstr>
      <vt:lpstr>PowerPoint Presentation</vt:lpstr>
      <vt:lpstr> CONTENTS</vt:lpstr>
      <vt:lpstr>PowerPoint Presentation</vt:lpstr>
      <vt:lpstr>PowerPoint Presentation</vt:lpstr>
      <vt:lpstr>PowerPoint Presentation</vt:lpstr>
      <vt:lpstr>BLOCK DIAGRAM</vt:lpstr>
      <vt:lpstr>CIRCUIT DIAGRAM:</vt:lpstr>
      <vt:lpstr>COMPONENTS:</vt:lpstr>
      <vt:lpstr>PowerPoint Presentation</vt:lpstr>
      <vt:lpstr>PowerPoint Presentation</vt:lpstr>
      <vt:lpstr>RESULT:</vt:lpstr>
      <vt:lpstr>ADVANTAGES:</vt:lpstr>
      <vt:lpstr>PowerPoint Presentation</vt:lpstr>
      <vt:lpstr>Limitations:</vt:lpstr>
      <vt:lpstr>FUTURE SCOPE: </vt:lpstr>
      <vt:lpstr>CONCLUSION:</vt:lpstr>
      <vt:lpstr>REFERENCE</vt:lpstr>
      <vt:lpstr>PowerPoint Presentation</vt:lpstr>
    </vt:vector>
  </TitlesOfParts>
  <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PowerPoint Presentation</dc:title>
  <dc:creator>Vinay C</dc:creator>
  <cp:lastModifiedBy>Shashank R</cp:lastModifiedBy>
  <cp:revision>43</cp:revision>
  <dcterms:created xsi:type="dcterms:W3CDTF">2024-06-23T08:48:02Z</dcterms:created>
  <dcterms:modified xsi:type="dcterms:W3CDTF">2024-08-01T04:35:49Z</dcterms:modified>
</cp:coreProperties>
</file>